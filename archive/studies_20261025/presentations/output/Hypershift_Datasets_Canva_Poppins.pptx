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e677eaf7494d91" /><Relationship Type="http://schemas.openxmlformats.org/officeDocument/2006/relationships/extended-properties" Target="/docProps/app.xml" Id="R105e513863b14c1c" /><Relationship Type="http://schemas.openxmlformats.org/officeDocument/2006/relationships/officeDocument" Target="/ppt/presentation.xml" Id="R2a0f0cb9570a4025" /></Relationships>
</file>

<file path=ppt/presentation.xml><?xml version="1.0" encoding="utf-8"?>
<p:presentation xmlns:p="http://schemas.openxmlformats.org/presentationml/2006/main">
  <p:sldMasterIdLst>
    <p:sldMasterId xmlns:r="http://schemas.openxmlformats.org/officeDocument/2006/relationships" id="2147483648" r:id="Ra6ac07801ef9446b"/>
  </p:sldMasterIdLst>
  <p:notesMasterIdLst>
    <p:notesMasterId xmlns:r="http://schemas.openxmlformats.org/officeDocument/2006/relationships" r:id="R7e803bb0c42c4f3a"/>
  </p:notesMasterIdLst>
  <p:sldIdLst>
    <p:sldId xmlns:r="http://schemas.openxmlformats.org/officeDocument/2006/relationships" id="256" r:id="R0164b018232f400a"/>
    <p:sldId xmlns:r="http://schemas.openxmlformats.org/officeDocument/2006/relationships" id="257" r:id="Re29bb5a2a875457c"/>
    <p:sldId xmlns:r="http://schemas.openxmlformats.org/officeDocument/2006/relationships" id="258" r:id="Rb6706f129bed47be"/>
    <p:sldId xmlns:r="http://schemas.openxmlformats.org/officeDocument/2006/relationships" id="259" r:id="Rcf00e768a5bf4aef"/>
    <p:sldId xmlns:r="http://schemas.openxmlformats.org/officeDocument/2006/relationships" id="260" r:id="R768f21ab46c84628"/>
    <p:sldId xmlns:r="http://schemas.openxmlformats.org/officeDocument/2006/relationships" id="261" r:id="R3107813fa1da40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d07a63909842ae" /><Relationship Type="http://schemas.openxmlformats.org/officeDocument/2006/relationships/slideMaster" Target="/ppt/slideMasters/slideMaster1.xml" Id="Ra6ac07801ef9446b" /><Relationship Type="http://schemas.openxmlformats.org/officeDocument/2006/relationships/notesMaster" Target="/ppt/notesMasters/notesMaster1.xml" Id="R7e803bb0c42c4f3a" /><Relationship Type="http://schemas.openxmlformats.org/officeDocument/2006/relationships/presProps" Target="/ppt/presProps.xml" Id="R18f95225516f4aaa" /><Relationship Type="http://schemas.openxmlformats.org/officeDocument/2006/relationships/tableStyles" Target="/ppt/tableStyles.xml" Id="R6b53c15ab96e4681" /><Relationship Type="http://schemas.openxmlformats.org/officeDocument/2006/relationships/slide" Target="/ppt/slides/slide1.xml" Id="R0164b018232f400a" /><Relationship Type="http://schemas.openxmlformats.org/officeDocument/2006/relationships/slide" Target="/ppt/slides/slide2.xml" Id="Re29bb5a2a875457c" /><Relationship Type="http://schemas.openxmlformats.org/officeDocument/2006/relationships/slide" Target="/ppt/slides/slide3.xml" Id="Rb6706f129bed47be" /><Relationship Type="http://schemas.openxmlformats.org/officeDocument/2006/relationships/slide" Target="/ppt/slides/slide4.xml" Id="Rcf00e768a5bf4aef" /><Relationship Type="http://schemas.openxmlformats.org/officeDocument/2006/relationships/slide" Target="/ppt/slides/slide5.xml" Id="R768f21ab46c84628" /><Relationship Type="http://schemas.openxmlformats.org/officeDocument/2006/relationships/slide" Target="/ppt/slides/slide6.xml" Id="R3107813fa1da40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3a093de7a94e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Poppins"/>
        <a:ea typeface=""/>
        <a:cs typeface=""/>
      </a:majorFont>
      <a:minorFont>
        <a:latin typeface="Poppins"/>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55b557b9614738" /><Relationship Type="http://schemas.openxmlformats.org/officeDocument/2006/relationships/notesMaster" Target="/ppt/notesMasters/notesMaster1.xml" Id="R9e2e92d4cf474b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e26842c7434d50" /><Relationship Type="http://schemas.openxmlformats.org/officeDocument/2006/relationships/notesMaster" Target="/ppt/notesMasters/notesMaster1.xml" Id="Reea68d4391d644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e4a54b32840c5" /><Relationship Type="http://schemas.openxmlformats.org/officeDocument/2006/relationships/notesMaster" Target="/ppt/notesMasters/notesMaster1.xml" Id="R98631df9d04b4e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2b5ecd45ac48da" /><Relationship Type="http://schemas.openxmlformats.org/officeDocument/2006/relationships/notesMaster" Target="/ppt/notesMasters/notesMaster1.xml" Id="R0aef091b1b404f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d4134c65bc4571" /><Relationship Type="http://schemas.openxmlformats.org/officeDocument/2006/relationships/notesMaster" Target="/ppt/notesMasters/notesMaster1.xml" Id="Rdcb9044d352342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242c7078414808" /><Relationship Type="http://schemas.openxmlformats.org/officeDocument/2006/relationships/notesMaster" Target="/ppt/notesMasters/notesMaster1.xml" Id="R91b596b14ee44e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sampling code selects 100 names per historical exchange cohort by sorting SHA256 ticker hashes, without using returns. The historical parent cohorts still embed selection and survival bias. Modern public downloads recover original-issuer data for 68 NYSE and 67 NASDAQ names. The original 100-coordinate panel retains masks for unavailable names. AVX and CAMP were excluded because current ticker reuse referred to different issuers. Counts are recovered histories at any point, not simultaneously eligible stocks. The historical cohorts include funds and preferred securities, not only common stocks.</a:t>
            </a:r>
          </a:p>
          <a:p xmlns:a="http://schemas.openxmlformats.org/drawingml/2006/main">
            <a:r>
              <a:t>Sources: https://github.com/fulifeng/Temporal_Relational_Stock_Ranking/tree/cfbb01bdf194b81bc5893a1b37aff1c0d0d2a82d/data</a:t>
            </a:r>
          </a:p>
          <a:p xmlns:a="http://schemas.openxmlformats.org/drawingml/2006/main">
            <a:r>
              <a:t>https://finance.yahoo.com/</a:t>
            </a:r>
          </a:p>
          <a:p xmlns:a="http://schemas.openxmlformats.org/drawingml/2006/main">
            <a:r>
              <a:t>https://ranaroussi.github.io/yfinance/</a:t>
            </a:r>
          </a:p>
          <a:p xmlns:a="http://schemas.openxmlformats.org/drawingml/2006/main">
            <a:r>
              <a:t>Local provenance: data/recent_cohorts/manifest.json, coverage.csv, config/recent_identity_exclusions.json, fetch_research_cohorts.py. Snapshot acquired 2026-10-05, yfinance 1.7.0. Historical raw data originates from Google Finance in the RSR repository. Older tests use 2015–2017. Modern12 was an earlier 12-stock diagnostic and is not the current comparison. SPY and QQQ are controls, not a claim that we trained on all index constituents.</a:t>
            </a:r>
          </a:p>
          <a:p xmlns:a="http://schemas.openxmlformats.org/drawingml/2006/main">
            <a:r>
              <a:t>ETF history sources: https://finance.yahoo.com/quote/SPY/history/</a:t>
            </a:r>
          </a:p>
          <a:p xmlns:a="http://schemas.openxmlformats.org/drawingml/2006/main">
            <a:r>
              <a:t>https://finance.yahoo.com/quote/QQQ/history/</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selection lists contain 100 securities per group, including some funds and preferred securities. The recovered-history count covers availability at any point. It is not the simultaneous daily stock count. We freeze the data snapshot so the study can be repeated. SPY and QQQ are benchmark controls, not the model training universe.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years containing actual training signals rather than nominal raw-data availability. We refit before each test year and freeze the model for that year. Dates are identical across the two cohort labels for a given horizon. Three random seeds (7, 19, 42) form a rank ensemble. Selection uses only available prior validation scores. We fit scalers and model relations without test observations. These are retrospective exploratory tests: 2024–2025 had already been examined during earlier research, so the batch is not a pristine confirmation study.</a:t>
            </a:r>
          </a:p>
          <a:p xmlns:a="http://schemas.openxmlformats.org/drawingml/2006/main">
            <a:r>
              <a:t>5 sessions, test 2022: training 2019-01-15 to 2020-12-16, validation 2021-01-08 to 2021-12-21, test signals 2022-01-05 to 2022-12-19. Last train label 2020-12-24, last validation label 2021-12-30.</a:t>
            </a:r>
          </a:p>
          <a:p xmlns:a="http://schemas.openxmlformats.org/drawingml/2006/main">
            <a:r>
              <a:t>5 sessions, test 2023: training 2019-01-15 to 2021-12-21, validation 2022-01-05 to 2022-12-19, test signals 2023-01-04 to 2023-12-18. Last train label 2021-12-30, last validation label 2022-12-28.</a:t>
            </a:r>
          </a:p>
          <a:p xmlns:a="http://schemas.openxmlformats.org/drawingml/2006/main">
            <a:r>
              <a:t>5 sessions, test 2024: training 2019-01-15 to 2022-12-19, validation 2023-01-04 to 2023-12-18, test signals 2024-01-03 to 2024-12-16. Last train label 2022-12-28, last validation label 2023-12-27.</a:t>
            </a:r>
          </a:p>
          <a:p xmlns:a="http://schemas.openxmlformats.org/drawingml/2006/main">
            <a:r>
              <a:t>5 sessions, test 2025: training 2020-01-06 to 2023-12-18, validation 2024-01-03 to 2024-12-16, test signals 2025-01-08 to 2025-12-16. Last train label 2023-12-27, last validation label 2024-12-24.</a:t>
            </a:r>
          </a:p>
          <a:p xmlns:a="http://schemas.openxmlformats.org/drawingml/2006/main">
            <a:r>
              <a:t>1 session, test 2022: training 2019-01-15 to 2020-12-29, validation 2021-01-04 to 2021-12-29, test signals 2022-01-03 to 2022-12-28. Last train label 2020-12-31, last validation label 2021-12-31.</a:t>
            </a:r>
          </a:p>
          <a:p xmlns:a="http://schemas.openxmlformats.org/drawingml/2006/main">
            <a:r>
              <a:t>1 session, test 2023: training 2019-01-15 to 2021-12-29, validation 2022-01-03 to 2022-12-28, test signals 2023-01-03 to 2023-12-27. Last train label 2021-12-31, last validation label 2022-12-30.</a:t>
            </a:r>
          </a:p>
          <a:p xmlns:a="http://schemas.openxmlformats.org/drawingml/2006/main">
            <a:r>
              <a:t>1 session, test 2024: training 2019-01-15 to 2022-12-28, validation 2023-01-03 to 2023-12-27, test signals 2024-01-02 to 2024-12-27. Last train label 2022-12-30, last validation label 2023-12-29.</a:t>
            </a:r>
          </a:p>
          <a:p xmlns:a="http://schemas.openxmlformats.org/drawingml/2006/main">
            <a:r>
              <a:t>1 session, test 2025: training 2020-01-02 to 2023-12-27, validation 2024-01-02 to 2024-12-27, test signals 2025-01-02 to 2025-12-29. Last train label 2023-12-29, last validation label 2024-12-31.</a:t>
            </a:r>
          </a:p>
          <a:p xmlns:a="http://schemas.openxmlformats.org/drawingml/2006/main">
            <a:r>
              <a:t>Sources: runs/robust_2022_2025_final/*/fold.json; runs/daily_2022_2025_final/*/fold.json; config/robust_experiment_plan.json; ROBUST_RESEARCH.md. Market-data sources: https://ranaroussi.github.io/yfinance/ and https://github.com/fulifeng/Temporal_Relational_Stock_Ranking/tree/cfbb01bdf194b81bc5893a1b37aff1c0d0d2a82d/data</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Learning corresponds to training. Choosing corresponds to validation, where we choose model and portfolio settings using past data. Testing measures subsequent returns. We retrain before each test year. Earlier test years can become learning or choice data later because they are then in the past. We remove prediction outcomes that cross split boundaries, and time never shuffles. The chronology audit found no future-observation leakage in the audited code paths. Prior test reuse means these remain exploratory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five exact features are daily adjusted-close return, adjusted close / MA5 - 1, adjusted close / MA20 - 1, 20-session return standard deviation, and log dollar volume / ADV20. Trading activity uses relative dollar volume, not just share counts. The feature measurements can rely on history older than the displayed 16-session sequence. No news, fundamentals or future observations enter these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score at close t predicts the return earned after execution at close t+1. The daily target exits at close t+2 and the five-session target exits at close t+6. We rank only eligible securities. Validation selects portfolio size K=5,10,20 and weighting rules. Simulated transactions include commissions, slippage and a liquidity participation cap. Slippage means the trade price can be worse than the quoted reference price. Neither horizon is a next-minute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Eligible name counts are the minimum and maximum over test dates and horizons, not uncertainty intervals or count averages. NYSE is 56–63 and NASDAQ is 50–59. Missing delisted histories create survivorship bias: the dataset can overrepresent securities that remained available. Historical parent cohort selection adds further bias. The samples do not represent complete exchanges or certified historical index membership. Current vendor history can contain revised corporate actions and is not certified point-in-time.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means compounding annual held-out daily portfolio returns within one cohort and one horizon. NYSE and NASDAQ are not merged. Each fold starts at $1m with cash, and omitted boundary dates mean the pooled curve is not an uninterrupted live-account simulation. Sharpe is recomputed from concatenated daily returns, not averaged across four annual Sharpes. Each model keeps its own previously validation-selected K and portfolio method. The selected-architecture procedure is a different series. All metrics include modeled costs unless explicitly marked gross.</a:t>
            </a:r>
          </a:p>
          <a:p xmlns:a="http://schemas.openxmlformats.org/drawingml/2006/main">
            <a:r>
              <a:t>Confidence intervals: 1,000 paired circular block-bootstrap replicates, 20 trading sessions per block, resampling separately within each year, random seed 20261005. Identical resampled dates are used for the model and both ETF controls. A model Sharpe interval and an interval for a paired Sharpe difference answer different questions. No multiplicity or post-selection correction is applied, and the models are not refit within bootstrap samples.</a:t>
            </a:r>
          </a:p>
          <a:p xmlns:a="http://schemas.openxmlformats.org/drawingml/2006/main">
            <a:r>
              <a:t>NASDAQ five-session THINK+mixer+Huber net Sharpe is 0.674510. Its own 95% Sharpe interval is [-0.264390, 1.651602]. Its Sharpe difference from SPY is 0.053208 with 95% interval [-0.396458, 0.524015], and from QQQ 0.048726 with interval [-0.444644, 0.595521]. Neither demonstrates an ETF advantage.</a:t>
            </a:r>
          </a:p>
          <a:p xmlns:a="http://schemas.openxmlformats.org/drawingml/2006/main">
            <a:r>
              <a:t>Sources: docs/COMBINED_2022_2025.md, docs/CONFIDENCE_INTERVALS.md, docs/DATA_AND_SPLITS.md; machine-readable source runs/robust_comparison/pooled_confidence_intervals.csv. Market data sources are retained on slides 1 and 3.</a:t>
            </a:r>
          </a:p>
          <a:p xmlns:a="http://schemas.openxmlformats.org/drawingml/2006/main">
            <a:r>
              <a:t/>
            </a:r>
          </a:p>
          <a:p xmlns:a="http://schemas.openxmlformats.org/drawingml/2006/main">
            <a:r>
              <a:t>Audience explanation:</a:t>
            </a:r>
          </a:p>
          <a:p xmlns:a="http://schemas.openxmlformats.org/drawingml/2006/main">
            <a:r>
              <a:t>The graph is a simplified reconstruction of docs/figures/combined_h5_NASDAQ_recent_focus.png using all 975 matched daily observations from docs/combined_2022_2025_curves_current.csv. It displays only THINK+mixer+Huber (Example model), SPY, and QQQ, with policy validation-selected for each model’s portfolio. The named model is an exploratory candidate identified after seeing results. It is not the validation-selected architecture procedure and is not a newly established winner. Ending wealth: model 1.9951311273, SPY 1.6265876421, QQQ 1.7876169970. The graph combines annual account returns after cash resets and omission of boundary dates. A higher ending curve alone does not establish a reliable improvement. Sharpe measures reward relative to day-to-day variability. Model minus SPY Sharpe is +0.053208, paired 95% interval [-0.396458,0.524015], which includes zero. The model minus QQQ interval also includes zero. The bootstrap resamples 20-session blocks within each year, pairing model and fund dates, 1,000 times. It does not retrain models or correct for model selection, multiple testing, survivorship bias or future market changes. Source data remain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a540a26db741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bd5236aef44f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c18ce6c48b44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6c7c0a47af41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a0fafaa5f045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41e8c592944e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8823AC-B18D-48A4-AC43-087AE28715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7734E2-A543-4FAC-9AC1-05BF0EB909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C98D09-8375-4385-AEA1-8A1EC51C94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B81069-7C14-4D73-988C-DB1DEF8646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B2BC7C-FE22-45D6-927F-74798AF4D1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0310BA-B817-470A-BD84-61D340B486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CF4076-6EF8-42C9-B7C7-02AF23BECD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CC0A8C-6181-4AE6-878B-5073129134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D05D9F-6634-4056-BAE9-538786C6B1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DF38F3-E6AA-45C9-8271-5FC53BC14B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a4db3817064d56" /><Relationship Type="http://schemas.openxmlformats.org/officeDocument/2006/relationships/slideLayout" Target="/ppt/slideLayouts/slideLayout1.xml" Id="R0d6f47ed5f2e4683" /><Relationship Type="http://schemas.openxmlformats.org/officeDocument/2006/relationships/slideLayout" Target="/ppt/slideLayouts/slideLayout2.xml" Id="Rb10456bd162d4e12" /><Relationship Type="http://schemas.openxmlformats.org/officeDocument/2006/relationships/slideLayout" Target="/ppt/slideLayouts/slideLayout3.xml" Id="R5a9c89c23cb3452a" /><Relationship Type="http://schemas.openxmlformats.org/officeDocument/2006/relationships/slideLayout" Target="/ppt/slideLayouts/slideLayout4.xml" Id="R2d0357a1d22c472b" /><Relationship Type="http://schemas.openxmlformats.org/officeDocument/2006/relationships/slideLayout" Target="/ppt/slideLayouts/slideLayout5.xml" Id="R2533e9fa28b44a2f" /><Relationship Type="http://schemas.openxmlformats.org/officeDocument/2006/relationships/slideLayout" Target="/ppt/slideLayouts/slideLayout6.xml" Id="R72533dcfec1d42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6f47ed5f2e4683"/>
    <p:sldLayoutId xmlns:r="http://schemas.openxmlformats.org/officeDocument/2006/relationships" id="2147483650" r:id="Rb10456bd162d4e12"/>
    <p:sldLayoutId xmlns:r="http://schemas.openxmlformats.org/officeDocument/2006/relationships" id="2147483651" r:id="R5a9c89c23cb3452a"/>
    <p:sldLayoutId xmlns:r="http://schemas.openxmlformats.org/officeDocument/2006/relationships" id="2147483652" r:id="R2d0357a1d22c472b"/>
    <p:sldLayoutId xmlns:r="http://schemas.openxmlformats.org/officeDocument/2006/relationships" id="2147483653" r:id="R2533e9fa28b44a2f"/>
    <p:sldLayoutId xmlns:r="http://schemas.openxmlformats.org/officeDocument/2006/relationships" id="2147483654" r:id="R72533dcfec1d42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Poppins"/>
        <a:ea typeface=""/>
        <a:cs typeface=""/>
      </a:majorFont>
      <a:minorFont>
        <a:latin typeface="Poppins"/>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bef4877fd54f16" /><Relationship Type="http://schemas.openxmlformats.org/officeDocument/2006/relationships/chart" Target="/ppt/slides/charts/chart1.xml" Id="Ra338cb8981884d35" /><Relationship Type="http://schemas.openxmlformats.org/officeDocument/2006/relationships/notesSlide" Target="/ppt/notesSlides/notesSlide1.xml" Id="R73efac5d3ce546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5c46e19d9446d3" /><Relationship Type="http://schemas.openxmlformats.org/officeDocument/2006/relationships/notesSlide" Target="/ppt/notesSlides/notesSlide2.xml" Id="R8b4f40085d1841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437a1347d2422c" /><Relationship Type="http://schemas.openxmlformats.org/officeDocument/2006/relationships/notesSlide" Target="/ppt/notesSlides/notesSlide3.xml" Id="R94aa2d3fede342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3a1e9bdb7740a2" /><Relationship Type="http://schemas.openxmlformats.org/officeDocument/2006/relationships/notesSlide" Target="/ppt/notesSlides/notesSlide4.xml" Id="Rc9d28341b46d43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92ed4232234688" /><Relationship Type="http://schemas.openxmlformats.org/officeDocument/2006/relationships/notesSlide" Target="/ppt/notesSlides/notesSlide5.xml" Id="Rbd6a4695f9dd4d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5781509f744ee0" /><Relationship Type="http://schemas.openxmlformats.org/officeDocument/2006/relationships/chart" Target="/ppt/slides/charts/chart2.xml" Id="R833055e8a3024132" /><Relationship Type="http://schemas.openxmlformats.org/officeDocument/2006/relationships/notesSlide" Target="/ppt/notesSlides/notesSlide6.xml" Id="R9b377fd002f848c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Recovered original issuers</c:v>
          </c:tx>
          <c:spPr>
            <a:solidFill xmlns:a="http://schemas.openxmlformats.org/drawingml/2006/main">
              <a:srgbClr val="FFDA37"/>
            </a:solidFill>
            <a:ln xmlns:a="http://schemas.openxmlformats.org/drawingml/2006/main" w="0">
              <a:noFill/>
            </a:ln>
          </c:spPr>
          <c:dLbls>
            <c:txPr>
              <a:bodyPr xmlns:a="http://schemas.openxmlformats.org/drawingml/2006/main" anchorCtr="1"/>
              <a:lstStyle xmlns:a="http://schemas.openxmlformats.org/drawingml/2006/main"/>
              <a:p xmlns:a="http://schemas.openxmlformats.org/drawingml/2006/main">
                <a:pPr>
                  <a:defRPr sz="1875" b="1">
                    <a:solidFill>
                      <a:srgbClr val="050505"/>
                    </a:solidFill>
                    <a:latin typeface="Poppins"/>
                    <a:ea typeface="Poppins"/>
                    <a:cs typeface="Poppins"/>
                  </a:defRPr>
                </a:pPr>
              </a:p>
            </c:txPr>
            <c:dLblPos val="ctr"/>
            <c:showLegendKey val="0"/>
            <c:showVal val="1"/>
            <c:showCatName val="0"/>
            <c:showSerName val="0"/>
            <c:showPercent val="0"/>
            <c:showBubbleSize val="0"/>
            <c:showLeaderLines val="0"/>
          </c:dLbls>
          <c:cat>
            <c:strRef>
              <c:f>'Chart Data'!$A$2:$A$3</c:f>
              <c:strCache>
                <c:ptCount val="2"/>
                <c:pt idx="0">
                  <c:v>NYSE</c:v>
                </c:pt>
                <c:pt idx="1">
                  <c:v>NASDAQ</c:v>
                </c:pt>
              </c:strCache>
            </c:strRef>
          </c:cat>
          <c:val>
            <c:numRef>
              <c:f>'Chart Data'!$B$2:$B$3</c:f>
              <c:numCache>
                <c:formatCode>0</c:formatCode>
                <c:ptCount val="2"/>
                <c:pt idx="0">
                  <c:v>68</c:v>
                </c:pt>
                <c:pt idx="1">
                  <c:v>67</c:v>
                </c:pt>
              </c:numCache>
            </c:numRef>
          </c:val>
        </c:ser>
        <c:ser>
          <c:idx val="1"/>
          <c:order val="1"/>
          <c:tx>
            <c:v>Unavailable or rejected</c:v>
          </c:tx>
          <c:spPr>
            <a:solidFill xmlns:a="http://schemas.openxmlformats.org/drawingml/2006/main">
              <a:srgbClr val="41413E"/>
            </a:solidFill>
            <a:ln xmlns:a="http://schemas.openxmlformats.org/drawingml/2006/main" w="0">
              <a:noFill/>
            </a:ln>
          </c:spPr>
          <c:dLbls>
            <c:txPr>
              <a:bodyPr xmlns:a="http://schemas.openxmlformats.org/drawingml/2006/main" anchorCtr="1"/>
              <a:lstStyle xmlns:a="http://schemas.openxmlformats.org/drawingml/2006/main"/>
              <a:p xmlns:a="http://schemas.openxmlformats.org/drawingml/2006/main">
                <a:pPr>
                  <a:defRPr sz="1650">
                    <a:solidFill>
                      <a:srgbClr val="D9D9D9"/>
                    </a:solidFill>
                    <a:latin typeface="Poppins"/>
                    <a:ea typeface="Poppins"/>
                    <a:cs typeface="Poppins"/>
                  </a:defRPr>
                </a:pPr>
              </a:p>
            </c:txPr>
            <c:dLblPos val="ctr"/>
            <c:showLegendKey val="0"/>
            <c:showVal val="1"/>
            <c:showCatName val="0"/>
            <c:showSerName val="0"/>
            <c:showPercent val="0"/>
            <c:showBubbleSize val="0"/>
            <c:showLeaderLines val="0"/>
          </c:dLbls>
          <c:cat>
            <c:strRef>
              <c:f>'Chart Data'!$C$2:$C$3</c:f>
              <c:strCache>
                <c:ptCount val="2"/>
                <c:pt idx="0">
                  <c:v>NYSE</c:v>
                </c:pt>
                <c:pt idx="1">
                  <c:v>NASDAQ</c:v>
                </c:pt>
              </c:strCache>
            </c:strRef>
          </c:cat>
          <c:val>
            <c:numRef>
              <c:f>'Chart Data'!$D$2:$D$3</c:f>
              <c:numCache>
                <c:formatCode>0</c:formatCode>
                <c:ptCount val="2"/>
                <c:pt idx="0">
                  <c:v>32</c:v>
                </c:pt>
                <c:pt idx="1">
                  <c:v>33</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050505"/>
                  </a:solidFill>
                  <a:latin typeface="Poppins"/>
                  <a:ea typeface="Poppins"/>
                  <a:cs typeface="Poppins"/>
                </a:defRPr>
              </a:pPr>
            </a:p>
          </c:txPr>
          <c:dLblPos val="ctr"/>
          <c:showLegendKey val="0"/>
          <c:showVal val="1"/>
          <c:showCatName val="0"/>
          <c:showSerName val="0"/>
          <c:showPercent val="0"/>
          <c:showBubbleSize val="0"/>
          <c:showLeaderLines val="0"/>
        </c:dLbls>
        <c:gapWidth val="13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D9D9D9"/>
                </a:solidFill>
                <a:latin typeface="Poppins"/>
                <a:ea typeface="Poppins"/>
                <a:cs typeface="Poppins"/>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222220"/>
            </a:solid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Poppins"/>
                <a:ea typeface="Poppins"/>
                <a:cs typeface="Poppins"/>
              </a:defRPr>
            </a:pPr>
          </a:p>
        </c:txPr>
        <c:crossAx val="48650112"/>
        <c:crossBetween val="between"/>
        <c:majorUnit val="50"/>
      </c:valAx>
      <c:spPr>
        <a:solidFill xmlns:a="http://schemas.openxmlformats.org/drawingml/2006/main">
          <a:srgbClr val="050505"/>
        </a:solidFill>
        <a:ln xmlns:a="http://schemas.openxmlformats.org/drawingml/2006/main" w="0">
          <a:noFill/>
        </a:ln>
      </c:spPr>
    </c:plotArea>
    <c:plotVisOnly val="1"/>
  </c:chart>
  <c:spPr>
    <a:solidFill xmlns:a="http://schemas.openxmlformats.org/drawingml/2006/main">
      <a:srgbClr val="050505"/>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Example model</c:v>
          </c:tx>
          <c:spPr>
            <a:ln xmlns:a="http://schemas.openxmlformats.org/drawingml/2006/main" w="28575">
              <a:solidFill>
                <a:srgbClr val="FFDA37"/>
              </a:solidFill>
              <a:prstDash val="solid"/>
            </a:ln>
          </c:spPr>
          <c:marker>
            <c:symbol val="none"/>
          </c:marker>
          <c:xVal>
            <c:numRef>
              <c:f>'Chart Data'!$A$2:$A$976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Data'!$B$2:$B$976</c:f>
              <c:numCache>
                <c:formatCode>$0.0</c:formatCode>
                <c:ptCount val="975"/>
                <c:pt idx="0">
                  <c:v>0.983086165085</c:v>
                </c:pt>
                <c:pt idx="1">
                  <c:v>0.988164194062</c:v>
                </c:pt>
                <c:pt idx="2">
                  <c:v>0.993718850836</c:v>
                </c:pt>
                <c:pt idx="3">
                  <c:v>0.990260144427</c:v>
                </c:pt>
                <c:pt idx="4">
                  <c:v>0.969128092754</c:v>
                </c:pt>
                <c:pt idx="5">
                  <c:v>0.97558914972</c:v>
                </c:pt>
                <c:pt idx="6">
                  <c:v>0.955010899571</c:v>
                </c:pt>
                <c:pt idx="7">
                  <c:v>0.952752548471</c:v>
                </c:pt>
                <c:pt idx="8">
                  <c:v>0.954050649808</c:v>
                </c:pt>
                <c:pt idx="9">
                  <c:v>0.914986253384</c:v>
                </c:pt>
                <c:pt idx="10">
                  <c:v>0.936387702835</c:v>
                </c:pt>
                <c:pt idx="11">
                  <c:v>0.925556563928</c:v>
                </c:pt>
                <c:pt idx="12">
                  <c:v>0.92668411941</c:v>
                </c:pt>
                <c:pt idx="13">
                  <c:v>0.912853077142</c:v>
                </c:pt>
                <c:pt idx="14">
                  <c:v>0.927843168154</c:v>
                </c:pt>
                <c:pt idx="15">
                  <c:v>0.960867426353</c:v>
                </c:pt>
                <c:pt idx="16">
                  <c:v>0.972976471008</c:v>
                </c:pt>
                <c:pt idx="17">
                  <c:v>0.981991310672</c:v>
                </c:pt>
                <c:pt idx="18">
                  <c:v>0.955463179801</c:v>
                </c:pt>
                <c:pt idx="19">
                  <c:v>0.951154651799</c:v>
                </c:pt>
                <c:pt idx="20">
                  <c:v>0.943471894843</c:v>
                </c:pt>
                <c:pt idx="21">
                  <c:v>0.953662242159</c:v>
                </c:pt>
                <c:pt idx="22">
                  <c:v>0.977547307186</c:v>
                </c:pt>
                <c:pt idx="23">
                  <c:v>0.961609452438</c:v>
                </c:pt>
                <c:pt idx="24">
                  <c:v>0.929274954287</c:v>
                </c:pt>
                <c:pt idx="25">
                  <c:v>0.929082030788</c:v>
                </c:pt>
                <c:pt idx="26">
                  <c:v>0.953025206695</c:v>
                </c:pt>
                <c:pt idx="27">
                  <c:v>0.950368943862</c:v>
                </c:pt>
                <c:pt idx="28">
                  <c:v>0.929048316527</c:v>
                </c:pt>
                <c:pt idx="29">
                  <c:v>0.923211573478</c:v>
                </c:pt>
                <c:pt idx="30">
                  <c:v>0.907811007366</c:v>
                </c:pt>
                <c:pt idx="31">
                  <c:v>0.895168703899</c:v>
                </c:pt>
                <c:pt idx="32">
                  <c:v>0.931538642891</c:v>
                </c:pt>
                <c:pt idx="33">
                  <c:v>0.953089483043</c:v>
                </c:pt>
                <c:pt idx="34">
                  <c:v>0.970221513278</c:v>
                </c:pt>
                <c:pt idx="35">
                  <c:v>0.966152624987</c:v>
                </c:pt>
                <c:pt idx="36">
                  <c:v>0.982644703369</c:v>
                </c:pt>
                <c:pt idx="37">
                  <c:v>0.966855251539</c:v>
                </c:pt>
                <c:pt idx="38">
                  <c:v>0.946061263387</c:v>
                </c:pt>
                <c:pt idx="39">
                  <c:v>0.914124682455</c:v>
                </c:pt>
                <c:pt idx="40">
                  <c:v>0.913006688582</c:v>
                </c:pt>
                <c:pt idx="41">
                  <c:v>0.951336118168</c:v>
                </c:pt>
                <c:pt idx="42">
                  <c:v>0.938680293744</c:v>
                </c:pt>
                <c:pt idx="43">
                  <c:v>0.922741287604</c:v>
                </c:pt>
                <c:pt idx="44">
                  <c:v>0.899186577521</c:v>
                </c:pt>
                <c:pt idx="45">
                  <c:v>0.918722993524</c:v>
                </c:pt>
                <c:pt idx="46">
                  <c:v>0.959057519253</c:v>
                </c:pt>
                <c:pt idx="47">
                  <c:v>0.969128126026</c:v>
                </c:pt>
                <c:pt idx="48">
                  <c:v>0.988432182828</c:v>
                </c:pt>
                <c:pt idx="49">
                  <c:v>0.968576316028</c:v>
                </c:pt>
                <c:pt idx="50">
                  <c:v>0.98289385581</c:v>
                </c:pt>
                <c:pt idx="51">
                  <c:v>0.948996274754</c:v>
                </c:pt>
                <c:pt idx="52">
                  <c:v>0.978573742776</c:v>
                </c:pt>
                <c:pt idx="53">
                  <c:v>0.967293064267</c:v>
                </c:pt>
                <c:pt idx="54">
                  <c:v>0.983630639986</c:v>
                </c:pt>
                <c:pt idx="55">
                  <c:v>1.00110650499</c:v>
                </c:pt>
                <c:pt idx="56">
                  <c:v>0.980348625775</c:v>
                </c:pt>
                <c:pt idx="57">
                  <c:v>0.954379992681</c:v>
                </c:pt>
                <c:pt idx="58">
                  <c:v>0.944249983265</c:v>
                </c:pt>
                <c:pt idx="59">
                  <c:v>0.959409709893</c:v>
                </c:pt>
                <c:pt idx="60">
                  <c:v>0.929303460723</c:v>
                </c:pt>
                <c:pt idx="61">
                  <c:v>0.906256144463</c:v>
                </c:pt>
                <c:pt idx="62">
                  <c:v>0.907371708443</c:v>
                </c:pt>
                <c:pt idx="63">
                  <c:v>0.899593194243</c:v>
                </c:pt>
                <c:pt idx="64">
                  <c:v>0.883479803286</c:v>
                </c:pt>
                <c:pt idx="65">
                  <c:v>0.879771260883</c:v>
                </c:pt>
                <c:pt idx="66">
                  <c:v>0.895206175441</c:v>
                </c:pt>
                <c:pt idx="67">
                  <c:v>0.87346010442</c:v>
                </c:pt>
                <c:pt idx="68">
                  <c:v>0.866434652187</c:v>
                </c:pt>
                <c:pt idx="69">
                  <c:v>0.896612649122</c:v>
                </c:pt>
                <c:pt idx="70">
                  <c:v>0.910004273511</c:v>
                </c:pt>
                <c:pt idx="71">
                  <c:v>0.895729458822</c:v>
                </c:pt>
                <c:pt idx="72">
                  <c:v>0.847214244586</c:v>
                </c:pt>
                <c:pt idx="73">
                  <c:v>0.865169383606</c:v>
                </c:pt>
                <c:pt idx="74">
                  <c:v>0.835341020242</c:v>
                </c:pt>
                <c:pt idx="75">
                  <c:v>0.819997276952</c:v>
                </c:pt>
                <c:pt idx="76">
                  <c:v>0.847828974541</c:v>
                </c:pt>
                <c:pt idx="77">
                  <c:v>0.830233128614</c:v>
                </c:pt>
                <c:pt idx="78">
                  <c:v>0.836542119124</c:v>
                </c:pt>
                <c:pt idx="79">
                  <c:v>0.833754792282</c:v>
                </c:pt>
                <c:pt idx="80">
                  <c:v>0.865052386107</c:v>
                </c:pt>
                <c:pt idx="81">
                  <c:v>0.832442960444</c:v>
                </c:pt>
                <c:pt idx="82">
                  <c:v>0.814335777122</c:v>
                </c:pt>
                <c:pt idx="83">
                  <c:v>0.77331920449</c:v>
                </c:pt>
                <c:pt idx="84">
                  <c:v>0.785108208266</c:v>
                </c:pt>
                <c:pt idx="85">
                  <c:v>0.764216485556</c:v>
                </c:pt>
                <c:pt idx="86">
                  <c:v>0.769198372481</c:v>
                </c:pt>
                <c:pt idx="87">
                  <c:v>0.80185838695</c:v>
                </c:pt>
                <c:pt idx="88">
                  <c:v>0.780946088193</c:v>
                </c:pt>
                <c:pt idx="89">
                  <c:v>0.806405448799</c:v>
                </c:pt>
                <c:pt idx="90">
                  <c:v>0.761658954908</c:v>
                </c:pt>
                <c:pt idx="91">
                  <c:v>0.772422421088</c:v>
                </c:pt>
                <c:pt idx="92">
                  <c:v>0.778492873045</c:v>
                </c:pt>
                <c:pt idx="93">
                  <c:v>0.785778364013</c:v>
                </c:pt>
                <c:pt idx="94">
                  <c:v>0.771250749834</c:v>
                </c:pt>
                <c:pt idx="95">
                  <c:v>0.779510723187</c:v>
                </c:pt>
                <c:pt idx="96">
                  <c:v>0.799470512391</c:v>
                </c:pt>
                <c:pt idx="97">
                  <c:v>0.820296009567</c:v>
                </c:pt>
                <c:pt idx="98">
                  <c:v>0.814009010327</c:v>
                </c:pt>
                <c:pt idx="99">
                  <c:v>0.79999949207</c:v>
                </c:pt>
                <c:pt idx="100">
                  <c:v>0.832221082923</c:v>
                </c:pt>
                <c:pt idx="101">
                  <c:v>0.820188026569</c:v>
                </c:pt>
                <c:pt idx="102">
                  <c:v>0.828354134083</c:v>
                </c:pt>
                <c:pt idx="103">
                  <c:v>0.837031078562</c:v>
                </c:pt>
                <c:pt idx="104">
                  <c:v>0.817851876589</c:v>
                </c:pt>
                <c:pt idx="105">
                  <c:v>0.792055321596</c:v>
                </c:pt>
                <c:pt idx="106">
                  <c:v>0.766103726635</c:v>
                </c:pt>
                <c:pt idx="107">
                  <c:v>0.726119576926</c:v>
                </c:pt>
                <c:pt idx="108">
                  <c:v>0.722110058038</c:v>
                </c:pt>
                <c:pt idx="109">
                  <c:v>0.738732489315</c:v>
                </c:pt>
                <c:pt idx="110">
                  <c:v>0.710622792759</c:v>
                </c:pt>
                <c:pt idx="111">
                  <c:v>0.71868749069</c:v>
                </c:pt>
                <c:pt idx="112">
                  <c:v>0.730124023056</c:v>
                </c:pt>
                <c:pt idx="113">
                  <c:v>0.730319483946</c:v>
                </c:pt>
                <c:pt idx="114">
                  <c:v>0.751833860526</c:v>
                </c:pt>
                <c:pt idx="115">
                  <c:v>0.773622035825</c:v>
                </c:pt>
                <c:pt idx="116">
                  <c:v>0.772770760653</c:v>
                </c:pt>
                <c:pt idx="117">
                  <c:v>0.747659952201</c:v>
                </c:pt>
                <c:pt idx="118">
                  <c:v>0.747925730084</c:v>
                </c:pt>
                <c:pt idx="119">
                  <c:v>0.750382834979</c:v>
                </c:pt>
                <c:pt idx="120">
                  <c:v>0.755710793941</c:v>
                </c:pt>
                <c:pt idx="121">
                  <c:v>0.761671248801</c:v>
                </c:pt>
                <c:pt idx="122">
                  <c:v>0.766236848379</c:v>
                </c:pt>
                <c:pt idx="123">
                  <c:v>0.789452568559</c:v>
                </c:pt>
                <c:pt idx="124">
                  <c:v>0.797321344988</c:v>
                </c:pt>
                <c:pt idx="125">
                  <c:v>0.784183575617</c:v>
                </c:pt>
                <c:pt idx="126">
                  <c:v>0.780078185612</c:v>
                </c:pt>
                <c:pt idx="127">
                  <c:v>0.765928716007</c:v>
                </c:pt>
                <c:pt idx="128">
                  <c:v>0.768204168184</c:v>
                </c:pt>
                <c:pt idx="129">
                  <c:v>0.777836086474</c:v>
                </c:pt>
                <c:pt idx="130">
                  <c:v>0.778034918788</c:v>
                </c:pt>
                <c:pt idx="131">
                  <c:v>0.808545402414</c:v>
                </c:pt>
                <c:pt idx="132">
                  <c:v>0.817666235826</c:v>
                </c:pt>
                <c:pt idx="133">
                  <c:v>0.825577101597</c:v>
                </c:pt>
                <c:pt idx="134">
                  <c:v>0.800713528295</c:v>
                </c:pt>
                <c:pt idx="135">
                  <c:v>0.805840103141</c:v>
                </c:pt>
                <c:pt idx="136">
                  <c:v>0.801557656236</c:v>
                </c:pt>
                <c:pt idx="137">
                  <c:v>0.820617850474</c:v>
                </c:pt>
                <c:pt idx="138">
                  <c:v>0.858702491267</c:v>
                </c:pt>
                <c:pt idx="139">
                  <c:v>0.868888058834</c:v>
                </c:pt>
                <c:pt idx="140">
                  <c:v>0.865900311839</c:v>
                </c:pt>
                <c:pt idx="141">
                  <c:v>0.868600235565</c:v>
                </c:pt>
                <c:pt idx="142">
                  <c:v>0.88076387747</c:v>
                </c:pt>
                <c:pt idx="143">
                  <c:v>0.890160583693</c:v>
                </c:pt>
                <c:pt idx="144">
                  <c:v>0.891826748093</c:v>
                </c:pt>
                <c:pt idx="145">
                  <c:v>0.890158878369</c:v>
                </c:pt>
                <c:pt idx="146">
                  <c:v>0.871056883649</c:v>
                </c:pt>
                <c:pt idx="147">
                  <c:v>0.905783827596</c:v>
                </c:pt>
                <c:pt idx="148">
                  <c:v>0.905251899348</c:v>
                </c:pt>
                <c:pt idx="149">
                  <c:v>0.910197913966</c:v>
                </c:pt>
                <c:pt idx="150">
                  <c:v>0.904249301792</c:v>
                </c:pt>
                <c:pt idx="151">
                  <c:v>0.896239985171</c:v>
                </c:pt>
                <c:pt idx="152">
                  <c:v>0.88234557241</c:v>
                </c:pt>
                <c:pt idx="153">
                  <c:v>0.881244445011</c:v>
                </c:pt>
                <c:pt idx="154">
                  <c:v>0.863599443739</c:v>
                </c:pt>
                <c:pt idx="155">
                  <c:v>0.845522028498</c:v>
                </c:pt>
                <c:pt idx="156">
                  <c:v>0.842447431996</c:v>
                </c:pt>
                <c:pt idx="157">
                  <c:v>0.850877131721</c:v>
                </c:pt>
                <c:pt idx="158">
                  <c:v>0.870591592135</c:v>
                </c:pt>
                <c:pt idx="159">
                  <c:v>0.834653015688</c:v>
                </c:pt>
                <c:pt idx="160">
                  <c:v>0.826563376563</c:v>
                </c:pt>
                <c:pt idx="161">
                  <c:v>0.819836611183</c:v>
                </c:pt>
                <c:pt idx="162">
                  <c:v>0.812209456508</c:v>
                </c:pt>
                <c:pt idx="163">
                  <c:v>0.812466458703</c:v>
                </c:pt>
                <c:pt idx="164">
                  <c:v>0.79995814221</c:v>
                </c:pt>
                <c:pt idx="165">
                  <c:v>0.798077173722</c:v>
                </c:pt>
                <c:pt idx="166">
                  <c:v>0.811968159184</c:v>
                </c:pt>
                <c:pt idx="167">
                  <c:v>0.812909555614</c:v>
                </c:pt>
                <c:pt idx="168">
                  <c:v>0.833559874615</c:v>
                </c:pt>
                <c:pt idx="169">
                  <c:v>0.847335248371</c:v>
                </c:pt>
                <c:pt idx="170">
                  <c:v>0.811479449319</c:v>
                </c:pt>
                <c:pt idx="171">
                  <c:v>0.81131603868</c:v>
                </c:pt>
                <c:pt idx="172">
                  <c:v>0.797732102475</c:v>
                </c:pt>
                <c:pt idx="173">
                  <c:v>0.787380411157</c:v>
                </c:pt>
                <c:pt idx="174">
                  <c:v>0.784422485827</c:v>
                </c:pt>
                <c:pt idx="175">
                  <c:v>0.772270292016</c:v>
                </c:pt>
                <c:pt idx="176">
                  <c:v>0.765683110519</c:v>
                </c:pt>
                <c:pt idx="177">
                  <c:v>0.752372566316</c:v>
                </c:pt>
                <c:pt idx="178">
                  <c:v>0.741821379604</c:v>
                </c:pt>
                <c:pt idx="179">
                  <c:v>0.736141307958</c:v>
                </c:pt>
                <c:pt idx="180">
                  <c:v>0.747790389669</c:v>
                </c:pt>
                <c:pt idx="181">
                  <c:v>0.770783582381</c:v>
                </c:pt>
                <c:pt idx="182">
                  <c:v>0.754015776545</c:v>
                </c:pt>
                <c:pt idx="183">
                  <c:v>0.747392149199</c:v>
                </c:pt>
                <c:pt idx="184">
                  <c:v>0.763513683367</c:v>
                </c:pt>
                <c:pt idx="185">
                  <c:v>0.793417451988</c:v>
                </c:pt>
                <c:pt idx="186">
                  <c:v>0.784494933223</c:v>
                </c:pt>
                <c:pt idx="187">
                  <c:v>0.775189620448</c:v>
                </c:pt>
                <c:pt idx="188">
                  <c:v>0.744347099042</c:v>
                </c:pt>
                <c:pt idx="189">
                  <c:v>0.745658306308</c:v>
                </c:pt>
                <c:pt idx="190">
                  <c:v>0.738579848037</c:v>
                </c:pt>
                <c:pt idx="191">
                  <c:v>0.740291507741</c:v>
                </c:pt>
                <c:pt idx="192">
                  <c:v>0.749374847877</c:v>
                </c:pt>
                <c:pt idx="193">
                  <c:v>0.729620122075</c:v>
                </c:pt>
                <c:pt idx="194">
                  <c:v>0.750561137925</c:v>
                </c:pt>
                <c:pt idx="195">
                  <c:v>0.76012158598</c:v>
                </c:pt>
                <c:pt idx="196">
                  <c:v>0.750527831852</c:v>
                </c:pt>
                <c:pt idx="197">
                  <c:v>0.74184358664</c:v>
                </c:pt>
                <c:pt idx="198">
                  <c:v>0.757806697575</c:v>
                </c:pt>
                <c:pt idx="199">
                  <c:v>0.766088888462</c:v>
                </c:pt>
                <c:pt idx="200">
                  <c:v>0.805831012495</c:v>
                </c:pt>
                <c:pt idx="201">
                  <c:v>0.814037520152</c:v>
                </c:pt>
                <c:pt idx="202">
                  <c:v>0.804914581935</c:v>
                </c:pt>
                <c:pt idx="203">
                  <c:v>0.812252034885</c:v>
                </c:pt>
                <c:pt idx="204">
                  <c:v>0.814390919321</c:v>
                </c:pt>
                <c:pt idx="205">
                  <c:v>0.823790948589</c:v>
                </c:pt>
                <c:pt idx="206">
                  <c:v>0.799831038118</c:v>
                </c:pt>
                <c:pt idx="207">
                  <c:v>0.792265953298</c:v>
                </c:pt>
                <c:pt idx="208">
                  <c:v>0.815934470844</c:v>
                </c:pt>
                <c:pt idx="209">
                  <c:v>0.830760890544</c:v>
                </c:pt>
                <c:pt idx="210">
                  <c:v>0.842736866671</c:v>
                </c:pt>
                <c:pt idx="211">
                  <c:v>0.823760672532</c:v>
                </c:pt>
                <c:pt idx="212">
                  <c:v>0.900077632271</c:v>
                </c:pt>
                <c:pt idx="213">
                  <c:v>0.918764141757</c:v>
                </c:pt>
                <c:pt idx="214">
                  <c:v>0.916339176969</c:v>
                </c:pt>
                <c:pt idx="215">
                  <c:v>0.932469315547</c:v>
                </c:pt>
                <c:pt idx="216">
                  <c:v>0.9044239554</c:v>
                </c:pt>
                <c:pt idx="217">
                  <c:v>0.891120329172</c:v>
                </c:pt>
                <c:pt idx="218">
                  <c:v>0.89381038014</c:v>
                </c:pt>
                <c:pt idx="219">
                  <c:v>0.884321898003</c:v>
                </c:pt>
                <c:pt idx="220">
                  <c:v>0.887372600362</c:v>
                </c:pt>
                <c:pt idx="221">
                  <c:v>0.899915340659</c:v>
                </c:pt>
                <c:pt idx="222">
                  <c:v>0.901413971615</c:v>
                </c:pt>
                <c:pt idx="223">
                  <c:v>0.885054815541</c:v>
                </c:pt>
                <c:pt idx="224">
                  <c:v>0.887266315508</c:v>
                </c:pt>
                <c:pt idx="225">
                  <c:v>0.923319092723</c:v>
                </c:pt>
                <c:pt idx="226">
                  <c:v>0.923506871277</c:v>
                </c:pt>
                <c:pt idx="227">
                  <c:v>0.928639741114</c:v>
                </c:pt>
                <c:pt idx="228">
                  <c:v>0.907696438078</c:v>
                </c:pt>
                <c:pt idx="229">
                  <c:v>0.893453899707</c:v>
                </c:pt>
                <c:pt idx="230">
                  <c:v>0.892988045137</c:v>
                </c:pt>
                <c:pt idx="231">
                  <c:v>0.901736053244</c:v>
                </c:pt>
                <c:pt idx="232">
                  <c:v>0.898558636116</c:v>
                </c:pt>
                <c:pt idx="233">
                  <c:v>0.917792733944</c:v>
                </c:pt>
                <c:pt idx="234">
                  <c:v>0.931035935754</c:v>
                </c:pt>
                <c:pt idx="235">
                  <c:v>0.931875473477</c:v>
                </c:pt>
                <c:pt idx="236">
                  <c:v>0.903531553528</c:v>
                </c:pt>
                <c:pt idx="237">
                  <c:v>0.890021139764</c:v>
                </c:pt>
                <c:pt idx="238">
                  <c:v>0.875563306544</c:v>
                </c:pt>
                <c:pt idx="239">
                  <c:v>0.875452741866</c:v>
                </c:pt>
                <c:pt idx="240">
                  <c:v>0.89305917119</c:v>
                </c:pt>
                <c:pt idx="241">
                  <c:v>0.877571052059</c:v>
                </c:pt>
                <c:pt idx="242">
                  <c:v>0.877363828794</c:v>
                </c:pt>
                <c:pt idx="243">
                  <c:v>0.871248369001</c:v>
                </c:pt>
                <c:pt idx="244">
                  <c:v>0.860601232887</c:v>
                </c:pt>
                <c:pt idx="245">
                  <c:v>0.883062803559</c:v>
                </c:pt>
                <c:pt idx="246">
                  <c:v>0.881576881378</c:v>
                </c:pt>
                <c:pt idx="247">
                  <c:v>0.892620237548</c:v>
                </c:pt>
                <c:pt idx="248">
                  <c:v>0.896959032032</c:v>
                </c:pt>
                <c:pt idx="249">
                  <c:v>0.888471589491</c:v>
                </c:pt>
                <c:pt idx="250">
                  <c:v>0.888609066845</c:v>
                </c:pt>
                <c:pt idx="251">
                  <c:v>0.885670017914</c:v>
                </c:pt>
                <c:pt idx="252">
                  <c:v>0.875403114448</c:v>
                </c:pt>
                <c:pt idx="253">
                  <c:v>0.868546602112</c:v>
                </c:pt>
                <c:pt idx="254">
                  <c:v>0.886353311941</c:v>
                </c:pt>
                <c:pt idx="255">
                  <c:v>0.895909832478</c:v>
                </c:pt>
                <c:pt idx="256">
                  <c:v>0.893826379909</c:v>
                </c:pt>
                <c:pt idx="257">
                  <c:v>0.879732219604</c:v>
                </c:pt>
                <c:pt idx="258">
                  <c:v>0.886983585888</c:v>
                </c:pt>
                <c:pt idx="259">
                  <c:v>0.892465888195</c:v>
                </c:pt>
                <c:pt idx="260">
                  <c:v>0.880170677032</c:v>
                </c:pt>
                <c:pt idx="261">
                  <c:v>0.902339389066</c:v>
                </c:pt>
                <c:pt idx="262">
                  <c:v>0.923253397259</c:v>
                </c:pt>
                <c:pt idx="263">
                  <c:v>0.939216478819</c:v>
                </c:pt>
                <c:pt idx="264">
                  <c:v>0.930862756597</c:v>
                </c:pt>
                <c:pt idx="265">
                  <c:v>0.91993052142</c:v>
                </c:pt>
                <c:pt idx="266">
                  <c:v>0.933645130803</c:v>
                </c:pt>
                <c:pt idx="267">
                  <c:v>0.924027621278</c:v>
                </c:pt>
                <c:pt idx="268">
                  <c:v>0.910584923092</c:v>
                </c:pt>
                <c:pt idx="269">
                  <c:v>0.903150600953</c:v>
                </c:pt>
                <c:pt idx="270">
                  <c:v>0.911924606527</c:v>
                </c:pt>
                <c:pt idx="271">
                  <c:v>0.910764805159</c:v>
                </c:pt>
                <c:pt idx="272">
                  <c:v>0.921780992685</c:v>
                </c:pt>
                <c:pt idx="273">
                  <c:v>0.910262645003</c:v>
                </c:pt>
                <c:pt idx="274">
                  <c:v>0.915287543377</c:v>
                </c:pt>
                <c:pt idx="275">
                  <c:v>0.888958134832</c:v>
                </c:pt>
                <c:pt idx="276">
                  <c:v>0.887866224316</c:v>
                </c:pt>
                <c:pt idx="277">
                  <c:v>0.896164371849</c:v>
                </c:pt>
                <c:pt idx="278">
                  <c:v>0.886937155757</c:v>
                </c:pt>
                <c:pt idx="279">
                  <c:v>0.889749497817</c:v>
                </c:pt>
                <c:pt idx="280">
                  <c:v>0.887088451342</c:v>
                </c:pt>
                <c:pt idx="281">
                  <c:v>0.883355800584</c:v>
                </c:pt>
                <c:pt idx="282">
                  <c:v>0.888330022324</c:v>
                </c:pt>
                <c:pt idx="283">
                  <c:v>0.900151026595</c:v>
                </c:pt>
                <c:pt idx="284">
                  <c:v>0.894813039101</c:v>
                </c:pt>
                <c:pt idx="285">
                  <c:v>0.880661669642</c:v>
                </c:pt>
                <c:pt idx="286">
                  <c:v>0.882596944162</c:v>
                </c:pt>
                <c:pt idx="287">
                  <c:v>0.859321561415</c:v>
                </c:pt>
                <c:pt idx="288">
                  <c:v>0.846751874265</c:v>
                </c:pt>
                <c:pt idx="289">
                  <c:v>0.827989061408</c:v>
                </c:pt>
                <c:pt idx="290">
                  <c:v>0.841686435127</c:v>
                </c:pt>
                <c:pt idx="291">
                  <c:v>0.831906827429</c:v>
                </c:pt>
                <c:pt idx="292">
                  <c:v>0.851585194371</c:v>
                </c:pt>
                <c:pt idx="293">
                  <c:v>0.830720063452</c:v>
                </c:pt>
                <c:pt idx="294">
                  <c:v>0.83607696645</c:v>
                </c:pt>
                <c:pt idx="295">
                  <c:v>0.856576133225</c:v>
                </c:pt>
                <c:pt idx="296">
                  <c:v>0.83527628553</c:v>
                </c:pt>
                <c:pt idx="297">
                  <c:v>0.833219206819</c:v>
                </c:pt>
                <c:pt idx="298">
                  <c:v>0.84417344411</c:v>
                </c:pt>
                <c:pt idx="299">
                  <c:v>0.846126932028</c:v>
                </c:pt>
                <c:pt idx="300">
                  <c:v>0.842769905749</c:v>
                </c:pt>
                <c:pt idx="301">
                  <c:v>0.849326068472</c:v>
                </c:pt>
                <c:pt idx="302">
                  <c:v>0.849936818898</c:v>
                </c:pt>
                <c:pt idx="303">
                  <c:v>0.866266771045</c:v>
                </c:pt>
                <c:pt idx="304">
                  <c:v>0.860473554919</c:v>
                </c:pt>
                <c:pt idx="305">
                  <c:v>0.848671024495</c:v>
                </c:pt>
                <c:pt idx="306">
                  <c:v>0.840870223963</c:v>
                </c:pt>
                <c:pt idx="307">
                  <c:v>0.845568751681</c:v>
                </c:pt>
                <c:pt idx="308">
                  <c:v>0.854908668342</c:v>
                </c:pt>
                <c:pt idx="309">
                  <c:v>0.857158738147</c:v>
                </c:pt>
                <c:pt idx="310">
                  <c:v>0.851951934583</c:v>
                </c:pt>
                <c:pt idx="311">
                  <c:v>0.857886299575</c:v>
                </c:pt>
                <c:pt idx="312">
                  <c:v>0.853080918005</c:v>
                </c:pt>
                <c:pt idx="313">
                  <c:v>0.862940514728</c:v>
                </c:pt>
                <c:pt idx="314">
                  <c:v>0.859281534083</c:v>
                </c:pt>
                <c:pt idx="315">
                  <c:v>0.871646195339</c:v>
                </c:pt>
                <c:pt idx="316">
                  <c:v>0.868519649526</c:v>
                </c:pt>
                <c:pt idx="317">
                  <c:v>0.868156128252</c:v>
                </c:pt>
                <c:pt idx="318">
                  <c:v>0.868225700236</c:v>
                </c:pt>
                <c:pt idx="319">
                  <c:v>0.844695852316</c:v>
                </c:pt>
                <c:pt idx="320">
                  <c:v>0.834696272654</c:v>
                </c:pt>
                <c:pt idx="321">
                  <c:v>0.84425015533</c:v>
                </c:pt>
                <c:pt idx="322">
                  <c:v>0.862161525546</c:v>
                </c:pt>
                <c:pt idx="323">
                  <c:v>0.858246918896</c:v>
                </c:pt>
                <c:pt idx="324">
                  <c:v>0.846777233698</c:v>
                </c:pt>
                <c:pt idx="325">
                  <c:v>0.844680920003</c:v>
                </c:pt>
                <c:pt idx="326">
                  <c:v>0.836397369082</c:v>
                </c:pt>
                <c:pt idx="327">
                  <c:v>0.851640284237</c:v>
                </c:pt>
                <c:pt idx="328">
                  <c:v>0.84304569995</c:v>
                </c:pt>
                <c:pt idx="329">
                  <c:v>0.836281569858</c:v>
                </c:pt>
                <c:pt idx="330">
                  <c:v>0.8388483136</c:v>
                </c:pt>
                <c:pt idx="331">
                  <c:v>0.83425728013</c:v>
                </c:pt>
                <c:pt idx="332">
                  <c:v>0.836130868462</c:v>
                </c:pt>
                <c:pt idx="333">
                  <c:v>0.843614421238</c:v>
                </c:pt>
                <c:pt idx="334">
                  <c:v>0.835104030282</c:v>
                </c:pt>
                <c:pt idx="335">
                  <c:v>0.858131631075</c:v>
                </c:pt>
                <c:pt idx="336">
                  <c:v>0.863310699938</c:v>
                </c:pt>
                <c:pt idx="337">
                  <c:v>0.857256155441</c:v>
                </c:pt>
                <c:pt idx="338">
                  <c:v>0.865051437341</c:v>
                </c:pt>
                <c:pt idx="339">
                  <c:v>0.863859592165</c:v>
                </c:pt>
                <c:pt idx="340">
                  <c:v>0.853054593838</c:v>
                </c:pt>
                <c:pt idx="341">
                  <c:v>0.856204527118</c:v>
                </c:pt>
                <c:pt idx="342">
                  <c:v>0.866758538863</c:v>
                </c:pt>
                <c:pt idx="343">
                  <c:v>0.865708504102</c:v>
                </c:pt>
                <c:pt idx="344">
                  <c:v>0.849688190528</c:v>
                </c:pt>
                <c:pt idx="345">
                  <c:v>0.862893921591</c:v>
                </c:pt>
                <c:pt idx="346">
                  <c:v>0.888434357997</c:v>
                </c:pt>
                <c:pt idx="347">
                  <c:v>0.871778667433</c:v>
                </c:pt>
                <c:pt idx="348">
                  <c:v>0.888642908088</c:v>
                </c:pt>
                <c:pt idx="349">
                  <c:v>0.89379122185</c:v>
                </c:pt>
                <c:pt idx="350">
                  <c:v>0.892511736425</c:v>
                </c:pt>
                <c:pt idx="351">
                  <c:v>0.884659870244</c:v>
                </c:pt>
                <c:pt idx="352">
                  <c:v>0.890236928437</c:v>
                </c:pt>
                <c:pt idx="353">
                  <c:v>0.900236786616</c:v>
                </c:pt>
                <c:pt idx="354">
                  <c:v>0.8847724187</c:v>
                </c:pt>
                <c:pt idx="355">
                  <c:v>0.897698316007</c:v>
                </c:pt>
                <c:pt idx="356">
                  <c:v>0.889782414634</c:v>
                </c:pt>
                <c:pt idx="357">
                  <c:v>0.881481482102</c:v>
                </c:pt>
                <c:pt idx="358">
                  <c:v>0.875841890805</c:v>
                </c:pt>
                <c:pt idx="359">
                  <c:v>0.870671841879</c:v>
                </c:pt>
                <c:pt idx="360">
                  <c:v>0.865906717561</c:v>
                </c:pt>
                <c:pt idx="361">
                  <c:v>0.867967826989</c:v>
                </c:pt>
                <c:pt idx="362">
                  <c:v>0.885774269085</c:v>
                </c:pt>
                <c:pt idx="363">
                  <c:v>0.888071505669</c:v>
                </c:pt>
                <c:pt idx="364">
                  <c:v>0.895719655352</c:v>
                </c:pt>
                <c:pt idx="365">
                  <c:v>0.898138277037</c:v>
                </c:pt>
                <c:pt idx="366">
                  <c:v>0.900779684405</c:v>
                </c:pt>
                <c:pt idx="367">
                  <c:v>0.889701628251</c:v>
                </c:pt>
                <c:pt idx="368">
                  <c:v>0.879488263674</c:v>
                </c:pt>
                <c:pt idx="369">
                  <c:v>0.893943403295</c:v>
                </c:pt>
                <c:pt idx="370">
                  <c:v>0.901685704661</c:v>
                </c:pt>
                <c:pt idx="371">
                  <c:v>0.911272431938</c:v>
                </c:pt>
                <c:pt idx="372">
                  <c:v>0.923120280454</c:v>
                </c:pt>
                <c:pt idx="373">
                  <c:v>0.933199283818</c:v>
                </c:pt>
                <c:pt idx="374">
                  <c:v>0.929131998506</c:v>
                </c:pt>
                <c:pt idx="375">
                  <c:v>0.939063146825</c:v>
                </c:pt>
                <c:pt idx="376">
                  <c:v>0.951194934089</c:v>
                </c:pt>
                <c:pt idx="377">
                  <c:v>0.96094137672</c:v>
                </c:pt>
                <c:pt idx="378">
                  <c:v>0.949892203338</c:v>
                </c:pt>
                <c:pt idx="379">
                  <c:v>0.942937681332</c:v>
                </c:pt>
                <c:pt idx="380">
                  <c:v>0.944265504651</c:v>
                </c:pt>
                <c:pt idx="381">
                  <c:v>0.957145287148</c:v>
                </c:pt>
                <c:pt idx="382">
                  <c:v>0.974716841045</c:v>
                </c:pt>
                <c:pt idx="383">
                  <c:v>0.963196794546</c:v>
                </c:pt>
                <c:pt idx="384">
                  <c:v>0.972847926231</c:v>
                </c:pt>
                <c:pt idx="385">
                  <c:v>0.973135542877</c:v>
                </c:pt>
                <c:pt idx="386">
                  <c:v>0.969638291785</c:v>
                </c:pt>
                <c:pt idx="387">
                  <c:v>0.958101320557</c:v>
                </c:pt>
                <c:pt idx="388">
                  <c:v>0.96025330026</c:v>
                </c:pt>
                <c:pt idx="389">
                  <c:v>0.955847504113</c:v>
                </c:pt>
                <c:pt idx="390">
                  <c:v>0.958936467647</c:v>
                </c:pt>
                <c:pt idx="391">
                  <c:v>0.948558998393</c:v>
                </c:pt>
                <c:pt idx="392">
                  <c:v>0.953636666507</c:v>
                </c:pt>
                <c:pt idx="393">
                  <c:v>0.950819224605</c:v>
                </c:pt>
                <c:pt idx="394">
                  <c:v>0.947172326852</c:v>
                </c:pt>
                <c:pt idx="395">
                  <c:v>0.947806546518</c:v>
                </c:pt>
                <c:pt idx="396">
                  <c:v>0.93419455721</c:v>
                </c:pt>
                <c:pt idx="397">
                  <c:v>0.92563189026</c:v>
                </c:pt>
                <c:pt idx="398">
                  <c:v>0.915801128529</c:v>
                </c:pt>
                <c:pt idx="399">
                  <c:v>0.917209645708</c:v>
                </c:pt>
                <c:pt idx="400">
                  <c:v>0.917375557345</c:v>
                </c:pt>
                <c:pt idx="401">
                  <c:v>0.910563466796</c:v>
                </c:pt>
                <c:pt idx="402">
                  <c:v>0.922763101678</c:v>
                </c:pt>
                <c:pt idx="403">
                  <c:v>0.91119031734</c:v>
                </c:pt>
                <c:pt idx="404">
                  <c:v>0.915328630308</c:v>
                </c:pt>
                <c:pt idx="405">
                  <c:v>0.923739346418</c:v>
                </c:pt>
                <c:pt idx="406">
                  <c:v>0.938086144585</c:v>
                </c:pt>
                <c:pt idx="407">
                  <c:v>0.939733100018</c:v>
                </c:pt>
                <c:pt idx="408">
                  <c:v>0.938435479154</c:v>
                </c:pt>
                <c:pt idx="409">
                  <c:v>0.950320914984</c:v>
                </c:pt>
                <c:pt idx="410">
                  <c:v>0.939209011653</c:v>
                </c:pt>
                <c:pt idx="411">
                  <c:v>0.936158748759</c:v>
                </c:pt>
                <c:pt idx="412">
                  <c:v>0.924921994431</c:v>
                </c:pt>
                <c:pt idx="413">
                  <c:v>0.923830561481</c:v>
                </c:pt>
                <c:pt idx="414">
                  <c:v>0.926033222519</c:v>
                </c:pt>
                <c:pt idx="415">
                  <c:v>0.924982107511</c:v>
                </c:pt>
                <c:pt idx="416">
                  <c:v>0.920022786958</c:v>
                </c:pt>
                <c:pt idx="417">
                  <c:v>0.927411582201</c:v>
                </c:pt>
                <c:pt idx="418">
                  <c:v>0.917686563818</c:v>
                </c:pt>
                <c:pt idx="419">
                  <c:v>0.912282615313</c:v>
                </c:pt>
                <c:pt idx="420">
                  <c:v>0.909483066811</c:v>
                </c:pt>
                <c:pt idx="421">
                  <c:v>0.903345867792</c:v>
                </c:pt>
                <c:pt idx="422">
                  <c:v>0.892474425477</c:v>
                </c:pt>
                <c:pt idx="423">
                  <c:v>0.892827034141</c:v>
                </c:pt>
                <c:pt idx="424">
                  <c:v>0.898067683386</c:v>
                </c:pt>
                <c:pt idx="425">
                  <c:v>0.883505830964</c:v>
                </c:pt>
                <c:pt idx="426">
                  <c:v>0.885634025858</c:v>
                </c:pt>
                <c:pt idx="427">
                  <c:v>0.893266115497</c:v>
                </c:pt>
                <c:pt idx="428">
                  <c:v>0.894969760264</c:v>
                </c:pt>
                <c:pt idx="429">
                  <c:v>0.887335794785</c:v>
                </c:pt>
                <c:pt idx="430">
                  <c:v>0.874919109149</c:v>
                </c:pt>
                <c:pt idx="431">
                  <c:v>0.883607077954</c:v>
                </c:pt>
                <c:pt idx="432">
                  <c:v>0.886983516119</c:v>
                </c:pt>
                <c:pt idx="433">
                  <c:v>0.896174024325</c:v>
                </c:pt>
                <c:pt idx="434">
                  <c:v>0.900786866225</c:v>
                </c:pt>
                <c:pt idx="435">
                  <c:v>0.909976196077</c:v>
                </c:pt>
                <c:pt idx="436">
                  <c:v>0.905522821106</c:v>
                </c:pt>
                <c:pt idx="437">
                  <c:v>0.890478931603</c:v>
                </c:pt>
                <c:pt idx="438">
                  <c:v>0.879911745413</c:v>
                </c:pt>
                <c:pt idx="439">
                  <c:v>0.889622007339</c:v>
                </c:pt>
                <c:pt idx="440">
                  <c:v>0.897805559473</c:v>
                </c:pt>
                <c:pt idx="441">
                  <c:v>0.880452434306</c:v>
                </c:pt>
                <c:pt idx="442">
                  <c:v>0.871911862676</c:v>
                </c:pt>
                <c:pt idx="443">
                  <c:v>0.852952624882</c:v>
                </c:pt>
                <c:pt idx="444">
                  <c:v>0.851429626158</c:v>
                </c:pt>
                <c:pt idx="445">
                  <c:v>0.864462769544</c:v>
                </c:pt>
                <c:pt idx="446">
                  <c:v>0.851209231902</c:v>
                </c:pt>
                <c:pt idx="447">
                  <c:v>0.858039302142</c:v>
                </c:pt>
                <c:pt idx="448">
                  <c:v>0.851344250744</c:v>
                </c:pt>
                <c:pt idx="449">
                  <c:v>0.859077669442</c:v>
                </c:pt>
                <c:pt idx="450">
                  <c:v>0.86253489373</c:v>
                </c:pt>
                <c:pt idx="451">
                  <c:v>0.869472801797</c:v>
                </c:pt>
                <c:pt idx="452">
                  <c:v>0.891496999119</c:v>
                </c:pt>
                <c:pt idx="453">
                  <c:v>0.903884941162</c:v>
                </c:pt>
                <c:pt idx="454">
                  <c:v>0.897925719322</c:v>
                </c:pt>
                <c:pt idx="455">
                  <c:v>0.898671065462</c:v>
                </c:pt>
                <c:pt idx="456">
                  <c:v>0.893868281725</c:v>
                </c:pt>
                <c:pt idx="457">
                  <c:v>0.882476453505</c:v>
                </c:pt>
                <c:pt idx="458">
                  <c:v>0.89323675638</c:v>
                </c:pt>
                <c:pt idx="459">
                  <c:v>0.896128694564</c:v>
                </c:pt>
                <c:pt idx="460">
                  <c:v>0.93974902537</c:v>
                </c:pt>
                <c:pt idx="461">
                  <c:v>0.943946115757</c:v>
                </c:pt>
                <c:pt idx="462">
                  <c:v>0.940468365032</c:v>
                </c:pt>
                <c:pt idx="463">
                  <c:v>0.944924758605</c:v>
                </c:pt>
                <c:pt idx="464">
                  <c:v>0.952204376559</c:v>
                </c:pt>
                <c:pt idx="465">
                  <c:v>0.943051219584</c:v>
                </c:pt>
                <c:pt idx="466">
                  <c:v>0.947537548686</c:v>
                </c:pt>
                <c:pt idx="467">
                  <c:v>0.947427808053</c:v>
                </c:pt>
                <c:pt idx="468">
                  <c:v>0.94177759387</c:v>
                </c:pt>
                <c:pt idx="469">
                  <c:v>0.938484686171</c:v>
                </c:pt>
                <c:pt idx="470">
                  <c:v>0.945719411893</c:v>
                </c:pt>
                <c:pt idx="471">
                  <c:v>0.947385968626</c:v>
                </c:pt>
                <c:pt idx="472">
                  <c:v>0.974580718021</c:v>
                </c:pt>
                <c:pt idx="473">
                  <c:v>0.982057103579</c:v>
                </c:pt>
                <c:pt idx="474">
                  <c:v>0.973031513883</c:v>
                </c:pt>
                <c:pt idx="475">
                  <c:v>0.96669246644</c:v>
                </c:pt>
                <c:pt idx="476">
                  <c:v>0.975189147073</c:v>
                </c:pt>
                <c:pt idx="477">
                  <c:v>0.977315246483</c:v>
                </c:pt>
                <c:pt idx="478">
                  <c:v>0.98047371929</c:v>
                </c:pt>
                <c:pt idx="479">
                  <c:v>0.983519527167</c:v>
                </c:pt>
                <c:pt idx="480">
                  <c:v>1.01348805617</c:v>
                </c:pt>
                <c:pt idx="481">
                  <c:v>1.03269223388</c:v>
                </c:pt>
                <c:pt idx="482">
                  <c:v>1.03302532167</c:v>
                </c:pt>
                <c:pt idx="483">
                  <c:v>1.03173753009</c:v>
                </c:pt>
                <c:pt idx="484">
                  <c:v>1.04829977707</c:v>
                </c:pt>
                <c:pt idx="485">
                  <c:v>1.0327699049</c:v>
                </c:pt>
                <c:pt idx="486">
                  <c:v>1.04774540388</c:v>
                </c:pt>
                <c:pt idx="487">
                  <c:v>1.05241405543</c:v>
                </c:pt>
                <c:pt idx="488">
                  <c:v>1.06370378957</c:v>
                </c:pt>
                <c:pt idx="489">
                  <c:v>1.0638737059</c:v>
                </c:pt>
                <c:pt idx="490">
                  <c:v>1.06352801581</c:v>
                </c:pt>
                <c:pt idx="491">
                  <c:v>1.08803045783</c:v>
                </c:pt>
                <c:pt idx="492">
                  <c:v>1.08941560102</c:v>
                </c:pt>
                <c:pt idx="493">
                  <c:v>1.11003169379</c:v>
                </c:pt>
                <c:pt idx="494">
                  <c:v>1.1121845532</c:v>
                </c:pt>
                <c:pt idx="495">
                  <c:v>1.11249586589</c:v>
                </c:pt>
                <c:pt idx="496">
                  <c:v>1.10770785337</c:v>
                </c:pt>
                <c:pt idx="497">
                  <c:v>1.09324293604</c:v>
                </c:pt>
                <c:pt idx="498">
                  <c:v>1.11991322357</c:v>
                </c:pt>
                <c:pt idx="499">
                  <c:v>1.14385872896</c:v>
                </c:pt>
                <c:pt idx="500">
                  <c:v>1.15725374683</c:v>
                </c:pt>
                <c:pt idx="501">
                  <c:v>1.15218047358</c:v>
                </c:pt>
                <c:pt idx="502">
                  <c:v>1.15049257597</c:v>
                </c:pt>
                <c:pt idx="503">
                  <c:v>1.15556650186</c:v>
                </c:pt>
                <c:pt idx="504">
                  <c:v>1.14457934796</c:v>
                </c:pt>
                <c:pt idx="505">
                  <c:v>1.15715958028</c:v>
                </c:pt>
                <c:pt idx="506">
                  <c:v>1.15729435292</c:v>
                </c:pt>
                <c:pt idx="507">
                  <c:v>1.14524191052</c:v>
                </c:pt>
                <c:pt idx="508">
                  <c:v>1.1743959242</c:v>
                </c:pt>
                <c:pt idx="509">
                  <c:v>1.21597005557</c:v>
                </c:pt>
                <c:pt idx="510">
                  <c:v>1.21268790289</c:v>
                </c:pt>
                <c:pt idx="511">
                  <c:v>1.20913900864</c:v>
                </c:pt>
                <c:pt idx="512">
                  <c:v>1.22201794734</c:v>
                </c:pt>
                <c:pt idx="513">
                  <c:v>1.2422864268</c:v>
                </c:pt>
                <c:pt idx="514">
                  <c:v>1.26748653659</c:v>
                </c:pt>
                <c:pt idx="515">
                  <c:v>1.26660994576</c:v>
                </c:pt>
                <c:pt idx="516">
                  <c:v>1.25053597329</c:v>
                </c:pt>
                <c:pt idx="517">
                  <c:v>1.27529385509</c:v>
                </c:pt>
                <c:pt idx="518">
                  <c:v>1.2737691878</c:v>
                </c:pt>
                <c:pt idx="519">
                  <c:v>1.26068614072</c:v>
                </c:pt>
                <c:pt idx="520">
                  <c:v>1.24386507794</c:v>
                </c:pt>
                <c:pt idx="521">
                  <c:v>1.24809245374</c:v>
                </c:pt>
                <c:pt idx="522">
                  <c:v>1.28515630901</c:v>
                </c:pt>
                <c:pt idx="523">
                  <c:v>1.28604110245</c:v>
                </c:pt>
                <c:pt idx="524">
                  <c:v>1.29088363886</c:v>
                </c:pt>
                <c:pt idx="525">
                  <c:v>1.28615250156</c:v>
                </c:pt>
                <c:pt idx="526">
                  <c:v>1.27951865321</c:v>
                </c:pt>
                <c:pt idx="527">
                  <c:v>1.29652480708</c:v>
                </c:pt>
                <c:pt idx="528">
                  <c:v>1.32817076534</c:v>
                </c:pt>
                <c:pt idx="529">
                  <c:v>1.3428053379</c:v>
                </c:pt>
                <c:pt idx="530">
                  <c:v>1.33428054575</c:v>
                </c:pt>
                <c:pt idx="531">
                  <c:v>1.34889298432</c:v>
                </c:pt>
                <c:pt idx="532">
                  <c:v>1.36164161238</c:v>
                </c:pt>
                <c:pt idx="533">
                  <c:v>1.33273060073</c:v>
                </c:pt>
                <c:pt idx="534">
                  <c:v>1.30804231748</c:v>
                </c:pt>
                <c:pt idx="535">
                  <c:v>1.33330673064</c:v>
                </c:pt>
                <c:pt idx="536">
                  <c:v>1.31777669157</c:v>
                </c:pt>
                <c:pt idx="537">
                  <c:v>1.30691868532</c:v>
                </c:pt>
                <c:pt idx="538">
                  <c:v>1.29419123584</c:v>
                </c:pt>
                <c:pt idx="539">
                  <c:v>1.28971486335</c:v>
                </c:pt>
                <c:pt idx="540">
                  <c:v>1.28349235594</c:v>
                </c:pt>
                <c:pt idx="541">
                  <c:v>1.2956717979</c:v>
                </c:pt>
                <c:pt idx="542">
                  <c:v>1.32226089303</c:v>
                </c:pt>
                <c:pt idx="543">
                  <c:v>1.32870623265</c:v>
                </c:pt>
                <c:pt idx="544">
                  <c:v>1.32516220164</c:v>
                </c:pt>
                <c:pt idx="545">
                  <c:v>1.32529065662</c:v>
                </c:pt>
                <c:pt idx="546">
                  <c:v>1.32898380606</c:v>
                </c:pt>
                <c:pt idx="547">
                  <c:v>1.32996671012</c:v>
                </c:pt>
                <c:pt idx="548">
                  <c:v>1.32915502342</c:v>
                </c:pt>
                <c:pt idx="549">
                  <c:v>1.31010473379</c:v>
                </c:pt>
                <c:pt idx="550">
                  <c:v>1.31846545008</c:v>
                </c:pt>
                <c:pt idx="551">
                  <c:v>1.29741084526</c:v>
                </c:pt>
                <c:pt idx="552">
                  <c:v>1.32352750541</c:v>
                </c:pt>
                <c:pt idx="553">
                  <c:v>1.32334400485</c:v>
                </c:pt>
                <c:pt idx="554">
                  <c:v>1.32708645037</c:v>
                </c:pt>
                <c:pt idx="555">
                  <c:v>1.31025554402</c:v>
                </c:pt>
                <c:pt idx="556">
                  <c:v>1.3319956554</c:v>
                </c:pt>
                <c:pt idx="557">
                  <c:v>1.30281692569</c:v>
                </c:pt>
                <c:pt idx="558">
                  <c:v>1.286722547</c:v>
                </c:pt>
                <c:pt idx="559">
                  <c:v>1.2806755809</c:v>
                </c:pt>
                <c:pt idx="560">
                  <c:v>1.2594478237</c:v>
                </c:pt>
                <c:pt idx="561">
                  <c:v>1.24037863509</c:v>
                </c:pt>
                <c:pt idx="562">
                  <c:v>1.21339985685</c:v>
                </c:pt>
                <c:pt idx="563">
                  <c:v>1.22915895245</c:v>
                </c:pt>
                <c:pt idx="564">
                  <c:v>1.26249779725</c:v>
                </c:pt>
                <c:pt idx="565">
                  <c:v>1.25605410947</c:v>
                </c:pt>
                <c:pt idx="566">
                  <c:v>1.26657131138</c:v>
                </c:pt>
                <c:pt idx="567">
                  <c:v>1.22748989837</c:v>
                </c:pt>
                <c:pt idx="568">
                  <c:v>1.22527327646</c:v>
                </c:pt>
                <c:pt idx="569">
                  <c:v>1.19880437714</c:v>
                </c:pt>
                <c:pt idx="570">
                  <c:v>1.17002441105</c:v>
                </c:pt>
                <c:pt idx="571">
                  <c:v>1.19803038105</c:v>
                </c:pt>
                <c:pt idx="572">
                  <c:v>1.21119921613</c:v>
                </c:pt>
                <c:pt idx="573">
                  <c:v>1.22718587524</c:v>
                </c:pt>
                <c:pt idx="574">
                  <c:v>1.23551513519</c:v>
                </c:pt>
                <c:pt idx="575">
                  <c:v>1.22939602027</c:v>
                </c:pt>
                <c:pt idx="576">
                  <c:v>1.23182061494</c:v>
                </c:pt>
                <c:pt idx="577">
                  <c:v>1.23463677698</c:v>
                </c:pt>
                <c:pt idx="578">
                  <c:v>1.22677655421</c:v>
                </c:pt>
                <c:pt idx="579">
                  <c:v>1.23952104096</c:v>
                </c:pt>
                <c:pt idx="580">
                  <c:v>1.26586851565</c:v>
                </c:pt>
                <c:pt idx="581">
                  <c:v>1.25933939833</c:v>
                </c:pt>
                <c:pt idx="582">
                  <c:v>1.25509210414</c:v>
                </c:pt>
                <c:pt idx="583">
                  <c:v>1.26746625497</c:v>
                </c:pt>
                <c:pt idx="584">
                  <c:v>1.25627209862</c:v>
                </c:pt>
                <c:pt idx="585">
                  <c:v>1.27047180356</c:v>
                </c:pt>
                <c:pt idx="586">
                  <c:v>1.27531259043</c:v>
                </c:pt>
                <c:pt idx="587">
                  <c:v>1.307724513</c:v>
                </c:pt>
                <c:pt idx="588">
                  <c:v>1.31273035525</c:v>
                </c:pt>
                <c:pt idx="589">
                  <c:v>1.3016419989</c:v>
                </c:pt>
                <c:pt idx="590">
                  <c:v>1.3083141588</c:v>
                </c:pt>
                <c:pt idx="591">
                  <c:v>1.30421187921</c:v>
                </c:pt>
                <c:pt idx="592">
                  <c:v>1.30313529665</c:v>
                </c:pt>
                <c:pt idx="593">
                  <c:v>1.31475434132</c:v>
                </c:pt>
                <c:pt idx="594">
                  <c:v>1.35742287829</c:v>
                </c:pt>
                <c:pt idx="595">
                  <c:v>1.3497207655</c:v>
                </c:pt>
                <c:pt idx="596">
                  <c:v>1.34125522867</c:v>
                </c:pt>
                <c:pt idx="597">
                  <c:v>1.35541698328</c:v>
                </c:pt>
                <c:pt idx="598">
                  <c:v>1.35636132237</c:v>
                </c:pt>
                <c:pt idx="599">
                  <c:v>1.37776251277</c:v>
                </c:pt>
                <c:pt idx="600">
                  <c:v>1.3746974318</c:v>
                </c:pt>
                <c:pt idx="601">
                  <c:v>1.36788078507</c:v>
                </c:pt>
                <c:pt idx="602">
                  <c:v>1.37698434434</c:v>
                </c:pt>
                <c:pt idx="603">
                  <c:v>1.38837125701</c:v>
                </c:pt>
                <c:pt idx="604">
                  <c:v>1.37191947829</c:v>
                </c:pt>
                <c:pt idx="605">
                  <c:v>1.3695177884</c:v>
                </c:pt>
                <c:pt idx="606">
                  <c:v>1.35953140982</c:v>
                </c:pt>
                <c:pt idx="607">
                  <c:v>1.37738444013</c:v>
                </c:pt>
                <c:pt idx="608">
                  <c:v>1.37247676978</c:v>
                </c:pt>
                <c:pt idx="609">
                  <c:v>1.36197857843</c:v>
                </c:pt>
                <c:pt idx="610">
                  <c:v>1.3730089085</c:v>
                </c:pt>
                <c:pt idx="611">
                  <c:v>1.36909696789</c:v>
                </c:pt>
                <c:pt idx="612">
                  <c:v>1.37218604143</c:v>
                </c:pt>
                <c:pt idx="613">
                  <c:v>1.38505127319</c:v>
                </c:pt>
                <c:pt idx="614">
                  <c:v>1.38504436435</c:v>
                </c:pt>
                <c:pt idx="615">
                  <c:v>1.39019217114</c:v>
                </c:pt>
                <c:pt idx="616">
                  <c:v>1.37301043703</c:v>
                </c:pt>
                <c:pt idx="617">
                  <c:v>1.39181800188</c:v>
                </c:pt>
                <c:pt idx="618">
                  <c:v>1.38410668895</c:v>
                </c:pt>
                <c:pt idx="619">
                  <c:v>1.39386817043</c:v>
                </c:pt>
                <c:pt idx="620">
                  <c:v>1.40553190796</c:v>
                </c:pt>
                <c:pt idx="621">
                  <c:v>1.44075766046</c:v>
                </c:pt>
                <c:pt idx="622">
                  <c:v>1.38293646642</c:v>
                </c:pt>
                <c:pt idx="623">
                  <c:v>1.35748714933</c:v>
                </c:pt>
                <c:pt idx="624">
                  <c:v>1.37150217895</c:v>
                </c:pt>
                <c:pt idx="625">
                  <c:v>1.39742716418</c:v>
                </c:pt>
                <c:pt idx="626">
                  <c:v>1.38696107809</c:v>
                </c:pt>
                <c:pt idx="627">
                  <c:v>1.38174430464</c:v>
                </c:pt>
                <c:pt idx="628">
                  <c:v>1.3581212172</c:v>
                </c:pt>
                <c:pt idx="629">
                  <c:v>1.32704850926</c:v>
                </c:pt>
                <c:pt idx="630">
                  <c:v>1.32057840004</c:v>
                </c:pt>
                <c:pt idx="631">
                  <c:v>1.30730735227</c:v>
                </c:pt>
                <c:pt idx="632">
                  <c:v>1.35313059893</c:v>
                </c:pt>
                <c:pt idx="633">
                  <c:v>1.30433394394</c:v>
                </c:pt>
                <c:pt idx="634">
                  <c:v>1.25850997109</c:v>
                </c:pt>
                <c:pt idx="635">
                  <c:v>1.2316219168</c:v>
                </c:pt>
                <c:pt idx="636">
                  <c:v>1.25436271809</c:v>
                </c:pt>
                <c:pt idx="637">
                  <c:v>1.23429032904</c:v>
                </c:pt>
                <c:pt idx="638">
                  <c:v>1.27670865458</c:v>
                </c:pt>
                <c:pt idx="639">
                  <c:v>1.26971615019</c:v>
                </c:pt>
                <c:pt idx="640">
                  <c:v>1.27293437116</c:v>
                </c:pt>
                <c:pt idx="641">
                  <c:v>1.30286930052</c:v>
                </c:pt>
                <c:pt idx="642">
                  <c:v>1.3048989707</c:v>
                </c:pt>
                <c:pt idx="643">
                  <c:v>1.34662493068</c:v>
                </c:pt>
                <c:pt idx="644">
                  <c:v>1.35001869224</c:v>
                </c:pt>
                <c:pt idx="645">
                  <c:v>1.36118455725</c:v>
                </c:pt>
                <c:pt idx="646">
                  <c:v>1.34896728513</c:v>
                </c:pt>
                <c:pt idx="647">
                  <c:v>1.3681505391</c:v>
                </c:pt>
                <c:pt idx="648">
                  <c:v>1.35195332096</c:v>
                </c:pt>
                <c:pt idx="649">
                  <c:v>1.37828282264</c:v>
                </c:pt>
                <c:pt idx="650">
                  <c:v>1.35420424972</c:v>
                </c:pt>
                <c:pt idx="651">
                  <c:v>1.34488872439</c:v>
                </c:pt>
                <c:pt idx="652">
                  <c:v>1.33241691513</c:v>
                </c:pt>
                <c:pt idx="653">
                  <c:v>1.33972892001</c:v>
                </c:pt>
                <c:pt idx="654">
                  <c:v>1.35462854441</c:v>
                </c:pt>
                <c:pt idx="655">
                  <c:v>1.30593681316</c:v>
                </c:pt>
                <c:pt idx="656">
                  <c:v>1.33344389697</c:v>
                </c:pt>
                <c:pt idx="657">
                  <c:v>1.314630105</c:v>
                </c:pt>
                <c:pt idx="658">
                  <c:v>1.28586674242</c:v>
                </c:pt>
                <c:pt idx="659">
                  <c:v>1.30143723509</c:v>
                </c:pt>
                <c:pt idx="660">
                  <c:v>1.30889345666</c:v>
                </c:pt>
                <c:pt idx="661">
                  <c:v>1.34831567081</c:v>
                </c:pt>
                <c:pt idx="662">
                  <c:v>1.34714351615</c:v>
                </c:pt>
                <c:pt idx="663">
                  <c:v>1.36114707248</c:v>
                </c:pt>
                <c:pt idx="664">
                  <c:v>1.35917740573</c:v>
                </c:pt>
                <c:pt idx="665">
                  <c:v>1.36653250397</c:v>
                </c:pt>
                <c:pt idx="666">
                  <c:v>1.36831812368</c:v>
                </c:pt>
                <c:pt idx="667">
                  <c:v>1.40814780272</c:v>
                </c:pt>
                <c:pt idx="668">
                  <c:v>1.39554786253</c:v>
                </c:pt>
                <c:pt idx="669">
                  <c:v>1.39981805319</c:v>
                </c:pt>
                <c:pt idx="670">
                  <c:v>1.40610352659</c:v>
                </c:pt>
                <c:pt idx="671">
                  <c:v>1.40082167779</c:v>
                </c:pt>
                <c:pt idx="672">
                  <c:v>1.42045361895</c:v>
                </c:pt>
                <c:pt idx="673">
                  <c:v>1.40982903729</c:v>
                </c:pt>
                <c:pt idx="674">
                  <c:v>1.41532927157</c:v>
                </c:pt>
                <c:pt idx="675">
                  <c:v>1.39126551948</c:v>
                </c:pt>
                <c:pt idx="676">
                  <c:v>1.39409241098</c:v>
                </c:pt>
                <c:pt idx="677">
                  <c:v>1.38638374774</c:v>
                </c:pt>
                <c:pt idx="678">
                  <c:v>1.40437451811</c:v>
                </c:pt>
                <c:pt idx="679">
                  <c:v>1.39395653298</c:v>
                </c:pt>
                <c:pt idx="680">
                  <c:v>1.41283041037</c:v>
                </c:pt>
                <c:pt idx="681">
                  <c:v>1.43427983535</c:v>
                </c:pt>
                <c:pt idx="682">
                  <c:v>1.42341287583</c:v>
                </c:pt>
                <c:pt idx="683">
                  <c:v>1.45159278669</c:v>
                </c:pt>
                <c:pt idx="684">
                  <c:v>1.46235605869</c:v>
                </c:pt>
                <c:pt idx="685">
                  <c:v>1.42428369856</c:v>
                </c:pt>
                <c:pt idx="686">
                  <c:v>1.42769210479</c:v>
                </c:pt>
                <c:pt idx="687">
                  <c:v>1.42488771975</c:v>
                </c:pt>
                <c:pt idx="688">
                  <c:v>1.44932333564</c:v>
                </c:pt>
                <c:pt idx="689">
                  <c:v>1.43420414452</c:v>
                </c:pt>
                <c:pt idx="690">
                  <c:v>1.43762226035</c:v>
                </c:pt>
                <c:pt idx="691">
                  <c:v>1.41492530136</c:v>
                </c:pt>
                <c:pt idx="692">
                  <c:v>1.42630906983</c:v>
                </c:pt>
                <c:pt idx="693">
                  <c:v>1.46414966711</c:v>
                </c:pt>
                <c:pt idx="694">
                  <c:v>1.47732429901</c:v>
                </c:pt>
                <c:pt idx="695">
                  <c:v>1.48324651492</c:v>
                </c:pt>
                <c:pt idx="696">
                  <c:v>1.48820888583</c:v>
                </c:pt>
                <c:pt idx="697">
                  <c:v>1.45182332007</c:v>
                </c:pt>
                <c:pt idx="698">
                  <c:v>1.46013342384</c:v>
                </c:pt>
                <c:pt idx="699">
                  <c:v>1.45905707185</c:v>
                </c:pt>
                <c:pt idx="700">
                  <c:v>1.48991859527</c:v>
                </c:pt>
                <c:pt idx="701">
                  <c:v>1.57006362336</c:v>
                </c:pt>
                <c:pt idx="702">
                  <c:v>1.5801724537</c:v>
                </c:pt>
                <c:pt idx="703">
                  <c:v>1.58583213674</c:v>
                </c:pt>
                <c:pt idx="704">
                  <c:v>1.57751163457</c:v>
                </c:pt>
                <c:pt idx="705">
                  <c:v>1.55863596577</c:v>
                </c:pt>
                <c:pt idx="706">
                  <c:v>1.54557315323</c:v>
                </c:pt>
                <c:pt idx="707">
                  <c:v>1.54499690295</c:v>
                </c:pt>
                <c:pt idx="708">
                  <c:v>1.50719246006</c:v>
                </c:pt>
                <c:pt idx="709">
                  <c:v>1.51184658093</c:v>
                </c:pt>
                <c:pt idx="710">
                  <c:v>1.52048497516</c:v>
                </c:pt>
                <c:pt idx="711">
                  <c:v>1.54814034998</c:v>
                </c:pt>
                <c:pt idx="712">
                  <c:v>1.5743951307</c:v>
                </c:pt>
                <c:pt idx="713">
                  <c:v>1.57555941898</c:v>
                </c:pt>
                <c:pt idx="714">
                  <c:v>1.58021253685</c:v>
                </c:pt>
                <c:pt idx="715">
                  <c:v>1.57738154386</c:v>
                </c:pt>
                <c:pt idx="716">
                  <c:v>1.56013548037</c:v>
                </c:pt>
                <c:pt idx="717">
                  <c:v>1.57261625077</c:v>
                </c:pt>
                <c:pt idx="718">
                  <c:v>1.57939670259</c:v>
                </c:pt>
                <c:pt idx="719">
                  <c:v>1.56867930789</c:v>
                </c:pt>
                <c:pt idx="720">
                  <c:v>1.58507848531</c:v>
                </c:pt>
                <c:pt idx="721">
                  <c:v>1.55962848793</c:v>
                </c:pt>
                <c:pt idx="722">
                  <c:v>1.56182855316</c:v>
                </c:pt>
                <c:pt idx="723">
                  <c:v>1.54768982614</c:v>
                </c:pt>
                <c:pt idx="724">
                  <c:v>1.54068912492</c:v>
                </c:pt>
                <c:pt idx="725">
                  <c:v>1.55827638914</c:v>
                </c:pt>
                <c:pt idx="726">
                  <c:v>1.55592904835</c:v>
                </c:pt>
                <c:pt idx="727">
                  <c:v>1.56654794084</c:v>
                </c:pt>
                <c:pt idx="728">
                  <c:v>1.57895239855</c:v>
                </c:pt>
                <c:pt idx="729">
                  <c:v>1.56819764315</c:v>
                </c:pt>
                <c:pt idx="730">
                  <c:v>1.52579972561</c:v>
                </c:pt>
                <c:pt idx="731">
                  <c:v>1.50794532973</c:v>
                </c:pt>
                <c:pt idx="732">
                  <c:v>1.51105238933</c:v>
                </c:pt>
                <c:pt idx="733">
                  <c:v>1.51943999715</c:v>
                </c:pt>
                <c:pt idx="734">
                  <c:v>1.54156070124</c:v>
                </c:pt>
                <c:pt idx="735">
                  <c:v>1.53376135961</c:v>
                </c:pt>
                <c:pt idx="736">
                  <c:v>1.54155669035</c:v>
                </c:pt>
                <c:pt idx="737">
                  <c:v>1.5972687201</c:v>
                </c:pt>
                <c:pt idx="738">
                  <c:v>1.60298246211</c:v>
                </c:pt>
                <c:pt idx="739">
                  <c:v>1.62265661152</c:v>
                </c:pt>
                <c:pt idx="740">
                  <c:v>1.65305676024</c:v>
                </c:pt>
                <c:pt idx="741">
                  <c:v>1.66521213506</c:v>
                </c:pt>
                <c:pt idx="742">
                  <c:v>1.66285236027</c:v>
                </c:pt>
                <c:pt idx="743">
                  <c:v>1.63799994001</c:v>
                </c:pt>
                <c:pt idx="744">
                  <c:v>1.55838329934</c:v>
                </c:pt>
                <c:pt idx="745">
                  <c:v>1.57895347416</c:v>
                </c:pt>
                <c:pt idx="746">
                  <c:v>1.57617871347</c:v>
                </c:pt>
                <c:pt idx="747">
                  <c:v>1.59748628822</c:v>
                </c:pt>
                <c:pt idx="748">
                  <c:v>1.58079082117</c:v>
                </c:pt>
                <c:pt idx="749">
                  <c:v>1.5626881688</c:v>
                </c:pt>
                <c:pt idx="750">
                  <c:v>1.58492706982</c:v>
                </c:pt>
                <c:pt idx="751">
                  <c:v>1.61528149523</c:v>
                </c:pt>
                <c:pt idx="752">
                  <c:v>1.62410005295</c:v>
                </c:pt>
                <c:pt idx="753">
                  <c:v>1.59563980482</c:v>
                </c:pt>
                <c:pt idx="754">
                  <c:v>1.61412934533</c:v>
                </c:pt>
                <c:pt idx="755">
                  <c:v>1.60731564693</c:v>
                </c:pt>
                <c:pt idx="756">
                  <c:v>1.59994964344</c:v>
                </c:pt>
                <c:pt idx="757">
                  <c:v>1.61115872781</c:v>
                </c:pt>
                <c:pt idx="758">
                  <c:v>1.61947184268</c:v>
                </c:pt>
                <c:pt idx="759">
                  <c:v>1.63646832656</c:v>
                </c:pt>
                <c:pt idx="760">
                  <c:v>1.63195707389</c:v>
                </c:pt>
                <c:pt idx="761">
                  <c:v>1.61435969208</c:v>
                </c:pt>
                <c:pt idx="762">
                  <c:v>1.55336839401</c:v>
                </c:pt>
                <c:pt idx="763">
                  <c:v>1.53993276807</c:v>
                </c:pt>
                <c:pt idx="764">
                  <c:v>1.50966038395</c:v>
                </c:pt>
                <c:pt idx="765">
                  <c:v>1.52399697472</c:v>
                </c:pt>
                <c:pt idx="766">
                  <c:v>1.46993793662</c:v>
                </c:pt>
                <c:pt idx="767">
                  <c:v>1.49328004864</c:v>
                </c:pt>
                <c:pt idx="768">
                  <c:v>1.44717918033</c:v>
                </c:pt>
                <c:pt idx="769">
                  <c:v>1.43977804236</c:v>
                </c:pt>
                <c:pt idx="770">
                  <c:v>1.46250811823</c:v>
                </c:pt>
                <c:pt idx="771">
                  <c:v>1.40616764517</c:v>
                </c:pt>
                <c:pt idx="772">
                  <c:v>1.40309483143</c:v>
                </c:pt>
                <c:pt idx="773">
                  <c:v>1.33734740505</c:v>
                </c:pt>
                <c:pt idx="774">
                  <c:v>1.34279224635</c:v>
                </c:pt>
                <c:pt idx="775">
                  <c:v>1.36278294415</c:v>
                </c:pt>
                <c:pt idx="776">
                  <c:v>1.32797916193</c:v>
                </c:pt>
                <c:pt idx="777">
                  <c:v>1.35696273029</c:v>
                </c:pt>
                <c:pt idx="778">
                  <c:v>1.37287278802</c:v>
                </c:pt>
                <c:pt idx="779">
                  <c:v>1.35191310916</c:v>
                </c:pt>
                <c:pt idx="780">
                  <c:v>1.37185383647</c:v>
                </c:pt>
                <c:pt idx="781">
                  <c:v>1.36975577981</c:v>
                </c:pt>
                <c:pt idx="782">
                  <c:v>1.37754751295</c:v>
                </c:pt>
                <c:pt idx="783">
                  <c:v>1.4204155195</c:v>
                </c:pt>
                <c:pt idx="784">
                  <c:v>1.42189951928</c:v>
                </c:pt>
                <c:pt idx="785">
                  <c:v>1.39007163577</c:v>
                </c:pt>
                <c:pt idx="786">
                  <c:v>1.37615600397</c:v>
                </c:pt>
                <c:pt idx="787">
                  <c:v>1.33071690499</c:v>
                </c:pt>
                <c:pt idx="788">
                  <c:v>1.32540841189</c:v>
                </c:pt>
                <c:pt idx="789">
                  <c:v>1.33391320074</c:v>
                </c:pt>
                <c:pt idx="790">
                  <c:v>1.35898452532</c:v>
                </c:pt>
                <c:pt idx="791">
                  <c:v>1.24319050484</c:v>
                </c:pt>
                <c:pt idx="792">
                  <c:v>1.16607241301</c:v>
                </c:pt>
                <c:pt idx="793">
                  <c:v>1.18726663665</c:v>
                </c:pt>
                <c:pt idx="794">
                  <c:v>1.16560198695</c:v>
                </c:pt>
                <c:pt idx="795">
                  <c:v>1.33585225208</c:v>
                </c:pt>
                <c:pt idx="796">
                  <c:v>1.25444142443</c:v>
                </c:pt>
                <c:pt idx="797">
                  <c:v>1.26178670593</c:v>
                </c:pt>
                <c:pt idx="798">
                  <c:v>1.27856682189</c:v>
                </c:pt>
                <c:pt idx="799">
                  <c:v>1.28054307156</c:v>
                </c:pt>
                <c:pt idx="800">
                  <c:v>1.24310490689</c:v>
                </c:pt>
                <c:pt idx="801">
                  <c:v>1.25428376639</c:v>
                </c:pt>
                <c:pt idx="802">
                  <c:v>1.22399748261</c:v>
                </c:pt>
                <c:pt idx="803">
                  <c:v>1.25132803001</c:v>
                </c:pt>
                <c:pt idx="804">
                  <c:v>1.29406197992</c:v>
                </c:pt>
                <c:pt idx="805">
                  <c:v>1.35030318048</c:v>
                </c:pt>
                <c:pt idx="806">
                  <c:v>1.298304595</c:v>
                </c:pt>
                <c:pt idx="807">
                  <c:v>1.29128655284</c:v>
                </c:pt>
                <c:pt idx="808">
                  <c:v>1.28979152645</c:v>
                </c:pt>
                <c:pt idx="809">
                  <c:v>1.29398291695</c:v>
                </c:pt>
                <c:pt idx="810">
                  <c:v>1.30360701658</c:v>
                </c:pt>
                <c:pt idx="811">
                  <c:v>1.35031112482</c:v>
                </c:pt>
                <c:pt idx="812">
                  <c:v>1.34180106823</c:v>
                </c:pt>
                <c:pt idx="813">
                  <c:v>1.32971450215</c:v>
                </c:pt>
                <c:pt idx="814">
                  <c:v>1.34929484226</c:v>
                </c:pt>
                <c:pt idx="815">
                  <c:v>1.36715466787</c:v>
                </c:pt>
                <c:pt idx="816">
                  <c:v>1.3676275654</c:v>
                </c:pt>
                <c:pt idx="817">
                  <c:v>1.45464527743</c:v>
                </c:pt>
                <c:pt idx="818">
                  <c:v>1.4776548733</c:v>
                </c:pt>
                <c:pt idx="819">
                  <c:v>1.48674420841</c:v>
                </c:pt>
                <c:pt idx="820">
                  <c:v>1.47614496982</c:v>
                </c:pt>
                <c:pt idx="821">
                  <c:v>1.48279798922</c:v>
                </c:pt>
                <c:pt idx="822">
                  <c:v>1.47598887269</c:v>
                </c:pt>
                <c:pt idx="823">
                  <c:v>1.47429730282</c:v>
                </c:pt>
                <c:pt idx="824">
                  <c:v>1.44454352405</c:v>
                </c:pt>
                <c:pt idx="825">
                  <c:v>1.44370711227</c:v>
                </c:pt>
                <c:pt idx="826">
                  <c:v>1.43011345946</c:v>
                </c:pt>
                <c:pt idx="827">
                  <c:v>1.4691030806</c:v>
                </c:pt>
                <c:pt idx="828">
                  <c:v>1.45597397051</c:v>
                </c:pt>
                <c:pt idx="829">
                  <c:v>1.45813840607</c:v>
                </c:pt>
                <c:pt idx="830">
                  <c:v>1.44899779238</c:v>
                </c:pt>
                <c:pt idx="831">
                  <c:v>1.46022502764</c:v>
                </c:pt>
                <c:pt idx="832">
                  <c:v>1.48398472551</c:v>
                </c:pt>
                <c:pt idx="833">
                  <c:v>1.48692355232</c:v>
                </c:pt>
                <c:pt idx="834">
                  <c:v>1.47244862519</c:v>
                </c:pt>
                <c:pt idx="835">
                  <c:v>1.4857653235</c:v>
                </c:pt>
                <c:pt idx="836">
                  <c:v>1.50437182626</c:v>
                </c:pt>
                <c:pt idx="837">
                  <c:v>1.52217802237</c:v>
                </c:pt>
                <c:pt idx="838">
                  <c:v>1.51162097572</c:v>
                </c:pt>
                <c:pt idx="839">
                  <c:v>1.51456279846</c:v>
                </c:pt>
                <c:pt idx="840">
                  <c:v>1.49404448105</c:v>
                </c:pt>
                <c:pt idx="841">
                  <c:v>1.52302150216</c:v>
                </c:pt>
                <c:pt idx="842">
                  <c:v>1.52176740189</c:v>
                </c:pt>
                <c:pt idx="843">
                  <c:v>1.52752336331</c:v>
                </c:pt>
                <c:pt idx="844">
                  <c:v>1.51756499339</c:v>
                </c:pt>
                <c:pt idx="845">
                  <c:v>1.53828567934</c:v>
                </c:pt>
                <c:pt idx="846">
                  <c:v>1.57662679545</c:v>
                </c:pt>
                <c:pt idx="847">
                  <c:v>1.58584300305</c:v>
                </c:pt>
                <c:pt idx="848">
                  <c:v>1.60146507279</c:v>
                </c:pt>
                <c:pt idx="849">
                  <c:v>1.60644145369</c:v>
                </c:pt>
                <c:pt idx="850">
                  <c:v>1.6085745662</c:v>
                </c:pt>
                <c:pt idx="851">
                  <c:v>1.6014655198</c:v>
                </c:pt>
                <c:pt idx="852">
                  <c:v>1.63245661581</c:v>
                </c:pt>
                <c:pt idx="853">
                  <c:v>1.65002212336</c:v>
                </c:pt>
                <c:pt idx="854">
                  <c:v>1.62987204889</c:v>
                </c:pt>
                <c:pt idx="855">
                  <c:v>1.6434544334</c:v>
                </c:pt>
                <c:pt idx="856">
                  <c:v>1.6561453566</c:v>
                </c:pt>
                <c:pt idx="857">
                  <c:v>1.66044625244</c:v>
                </c:pt>
                <c:pt idx="858">
                  <c:v>1.65663504224</c:v>
                </c:pt>
                <c:pt idx="859">
                  <c:v>1.64835772399</c:v>
                </c:pt>
                <c:pt idx="860">
                  <c:v>1.6492828832</c:v>
                </c:pt>
                <c:pt idx="861">
                  <c:v>1.64989905403</c:v>
                </c:pt>
                <c:pt idx="862">
                  <c:v>1.66907932528</c:v>
                </c:pt>
                <c:pt idx="863">
                  <c:v>1.66817573742</c:v>
                </c:pt>
                <c:pt idx="864">
                  <c:v>1.67320198476</c:v>
                </c:pt>
                <c:pt idx="865">
                  <c:v>1.66708684094</c:v>
                </c:pt>
                <c:pt idx="866">
                  <c:v>1.67720920791</c:v>
                </c:pt>
                <c:pt idx="867">
                  <c:v>1.65531069648</c:v>
                </c:pt>
                <c:pt idx="868">
                  <c:v>1.6673731137</c:v>
                </c:pt>
                <c:pt idx="869">
                  <c:v>1.67598555821</c:v>
                </c:pt>
                <c:pt idx="870">
                  <c:v>1.67753689501</c:v>
                </c:pt>
                <c:pt idx="871">
                  <c:v>1.67130296511</c:v>
                </c:pt>
                <c:pt idx="872">
                  <c:v>1.64647782809</c:v>
                </c:pt>
                <c:pt idx="873">
                  <c:v>1.61478581428</c:v>
                </c:pt>
                <c:pt idx="874">
                  <c:v>1.64571389504</c:v>
                </c:pt>
                <c:pt idx="875">
                  <c:v>1.63358016158</c:v>
                </c:pt>
                <c:pt idx="876">
                  <c:v>1.63498106445</c:v>
                </c:pt>
                <c:pt idx="877">
                  <c:v>1.63404346117</c:v>
                </c:pt>
                <c:pt idx="878">
                  <c:v>1.64572158388</c:v>
                </c:pt>
                <c:pt idx="879">
                  <c:v>1.63938417304</c:v>
                </c:pt>
                <c:pt idx="880">
                  <c:v>1.68424611984</c:v>
                </c:pt>
                <c:pt idx="881">
                  <c:v>1.69409734099</c:v>
                </c:pt>
                <c:pt idx="882">
                  <c:v>1.67916084577</c:v>
                </c:pt>
                <c:pt idx="883">
                  <c:v>1.66285362718</c:v>
                </c:pt>
                <c:pt idx="884">
                  <c:v>1.66737044264</c:v>
                </c:pt>
                <c:pt idx="885">
                  <c:v>1.65949224105</c:v>
                </c:pt>
                <c:pt idx="886">
                  <c:v>1.64351424343</c:v>
                </c:pt>
                <c:pt idx="887">
                  <c:v>1.63374092413</c:v>
                </c:pt>
                <c:pt idx="888">
                  <c:v>1.68862375355</c:v>
                </c:pt>
                <c:pt idx="889">
                  <c:v>1.67809578871</c:v>
                </c:pt>
                <c:pt idx="890">
                  <c:v>1.68891895777</c:v>
                </c:pt>
                <c:pt idx="891">
                  <c:v>1.68773736332</c:v>
                </c:pt>
                <c:pt idx="892">
                  <c:v>1.69628230109</c:v>
                </c:pt>
                <c:pt idx="893">
                  <c:v>1.67433546146</c:v>
                </c:pt>
                <c:pt idx="894">
                  <c:v>1.66018349209</c:v>
                </c:pt>
                <c:pt idx="895">
                  <c:v>1.63657269924</c:v>
                </c:pt>
                <c:pt idx="896">
                  <c:v>1.66540197935</c:v>
                </c:pt>
                <c:pt idx="897">
                  <c:v>1.69522708852</c:v>
                </c:pt>
                <c:pt idx="898">
                  <c:v>1.70563706747</c:v>
                </c:pt>
                <c:pt idx="899">
                  <c:v>1.70475473861</c:v>
                </c:pt>
                <c:pt idx="900">
                  <c:v>1.70333908442</c:v>
                </c:pt>
                <c:pt idx="901">
                  <c:v>1.71999104148</c:v>
                </c:pt>
                <c:pt idx="902">
                  <c:v>1.71125054323</c:v>
                </c:pt>
                <c:pt idx="903">
                  <c:v>1.71402540816</c:v>
                </c:pt>
                <c:pt idx="904">
                  <c:v>1.72055866557</c:v>
                </c:pt>
                <c:pt idx="905">
                  <c:v>1.7082480233</c:v>
                </c:pt>
                <c:pt idx="906">
                  <c:v>1.74974342295</c:v>
                </c:pt>
                <c:pt idx="907">
                  <c:v>1.7494257993</c:v>
                </c:pt>
                <c:pt idx="908">
                  <c:v>1.76229021436</c:v>
                </c:pt>
                <c:pt idx="909">
                  <c:v>1.7615581288</c:v>
                </c:pt>
                <c:pt idx="910">
                  <c:v>1.74706799635</c:v>
                </c:pt>
                <c:pt idx="911">
                  <c:v>1.73532029407</c:v>
                </c:pt>
                <c:pt idx="912">
                  <c:v>1.73992543271</c:v>
                </c:pt>
                <c:pt idx="913">
                  <c:v>1.74613096697</c:v>
                </c:pt>
                <c:pt idx="914">
                  <c:v>1.75987810522</c:v>
                </c:pt>
                <c:pt idx="915">
                  <c:v>1.76247531679</c:v>
                </c:pt>
                <c:pt idx="916">
                  <c:v>1.78079487304</c:v>
                </c:pt>
                <c:pt idx="917">
                  <c:v>1.77645706309</c:v>
                </c:pt>
                <c:pt idx="918">
                  <c:v>1.807141608</c:v>
                </c:pt>
                <c:pt idx="919">
                  <c:v>1.77915266821</c:v>
                </c:pt>
                <c:pt idx="920">
                  <c:v>1.83353502234</c:v>
                </c:pt>
                <c:pt idx="921">
                  <c:v>1.81871958113</c:v>
                </c:pt>
                <c:pt idx="922">
                  <c:v>1.72670593494</c:v>
                </c:pt>
                <c:pt idx="923">
                  <c:v>1.77996911865</c:v>
                </c:pt>
                <c:pt idx="924">
                  <c:v>1.77207287444</c:v>
                </c:pt>
                <c:pt idx="925">
                  <c:v>1.80780694528</c:v>
                </c:pt>
                <c:pt idx="926">
                  <c:v>1.81051969867</c:v>
                </c:pt>
                <c:pt idx="927">
                  <c:v>1.81663191844</c:v>
                </c:pt>
                <c:pt idx="928">
                  <c:v>1.84925269384</c:v>
                </c:pt>
                <c:pt idx="929">
                  <c:v>1.85533770214</c:v>
                </c:pt>
                <c:pt idx="930">
                  <c:v>1.88117107706</c:v>
                </c:pt>
                <c:pt idx="931">
                  <c:v>1.91857422527</c:v>
                </c:pt>
                <c:pt idx="932">
                  <c:v>1.92716447097</c:v>
                </c:pt>
                <c:pt idx="933">
                  <c:v>1.95286009652</c:v>
                </c:pt>
                <c:pt idx="934">
                  <c:v>1.94090373693</c:v>
                </c:pt>
                <c:pt idx="935">
                  <c:v>1.94684221916</c:v>
                </c:pt>
                <c:pt idx="936">
                  <c:v>1.92350598174</c:v>
                </c:pt>
                <c:pt idx="937">
                  <c:v>1.93196858343</c:v>
                </c:pt>
                <c:pt idx="938">
                  <c:v>1.94222217447</c:v>
                </c:pt>
                <c:pt idx="939">
                  <c:v>1.89444726722</c:v>
                </c:pt>
                <c:pt idx="940">
                  <c:v>1.93431570534</c:v>
                </c:pt>
                <c:pt idx="941">
                  <c:v>1.89292050995</c:v>
                </c:pt>
                <c:pt idx="942">
                  <c:v>1.8963300963</c:v>
                </c:pt>
                <c:pt idx="943">
                  <c:v>1.92914919316</c:v>
                </c:pt>
                <c:pt idx="944">
                  <c:v>1.90225802454</c:v>
                </c:pt>
                <c:pt idx="945">
                  <c:v>1.92064090456</c:v>
                </c:pt>
                <c:pt idx="946">
                  <c:v>1.85690626985</c:v>
                </c:pt>
                <c:pt idx="947">
                  <c:v>1.84431875892</c:v>
                </c:pt>
                <c:pt idx="948">
                  <c:v>1.8151555206</c:v>
                </c:pt>
                <c:pt idx="949">
                  <c:v>1.79105746646</c:v>
                </c:pt>
                <c:pt idx="950">
                  <c:v>1.80375097157</c:v>
                </c:pt>
                <c:pt idx="951">
                  <c:v>1.73622052366</c:v>
                </c:pt>
                <c:pt idx="952">
                  <c:v>1.7783745302</c:v>
                </c:pt>
                <c:pt idx="953">
                  <c:v>1.82053153152</c:v>
                </c:pt>
                <c:pt idx="954">
                  <c:v>1.84239825046</c:v>
                </c:pt>
                <c:pt idx="955">
                  <c:v>1.85986541014</c:v>
                </c:pt>
                <c:pt idx="956">
                  <c:v>1.8802812162</c:v>
                </c:pt>
                <c:pt idx="957">
                  <c:v>1.8756661187</c:v>
                </c:pt>
                <c:pt idx="958">
                  <c:v>1.92160193257</c:v>
                </c:pt>
                <c:pt idx="959">
                  <c:v>1.96162326206</c:v>
                </c:pt>
                <c:pt idx="960">
                  <c:v>1.97037406875</c:v>
                </c:pt>
                <c:pt idx="961">
                  <c:v>1.99293530616</c:v>
                </c:pt>
                <c:pt idx="962">
                  <c:v>2.02187553284</c:v>
                </c:pt>
                <c:pt idx="963">
                  <c:v>2.02011106523</c:v>
                </c:pt>
                <c:pt idx="964">
                  <c:v>2.06594216729</c:v>
                </c:pt>
                <c:pt idx="965">
                  <c:v>2.04694325233</c:v>
                </c:pt>
                <c:pt idx="966">
                  <c:v>1.99920688791</c:v>
                </c:pt>
                <c:pt idx="967">
                  <c:v>1.9936393349</c:v>
                </c:pt>
                <c:pt idx="968">
                  <c:v>1.97530176736</c:v>
                </c:pt>
                <c:pt idx="969">
                  <c:v>1.92719636854</c:v>
                </c:pt>
                <c:pt idx="970">
                  <c:v>1.95186915915</c:v>
                </c:pt>
                <c:pt idx="971">
                  <c:v>1.97540680886</c:v>
                </c:pt>
                <c:pt idx="972">
                  <c:v>1.99700772337</c:v>
                </c:pt>
                <c:pt idx="973">
                  <c:v>1.99363601674</c:v>
                </c:pt>
                <c:pt idx="974">
                  <c:v>1.99513112732</c:v>
                </c:pt>
              </c:numCache>
            </c:numRef>
          </c:yVal>
        </c:ser>
        <c:ser>
          <c:idx val="1"/>
          <c:order val="1"/>
          <c:tx>
            <c:v>SPY</c:v>
          </c:tx>
          <c:spPr>
            <a:ln xmlns:a="http://schemas.openxmlformats.org/drawingml/2006/main" w="19050">
              <a:solidFill>
                <a:srgbClr val="D9D9D9"/>
              </a:solidFill>
              <a:prstDash val="solid"/>
            </a:ln>
          </c:spPr>
          <c:marker>
            <c:symbol val="none"/>
          </c:marker>
          <c:xVal>
            <c:numRef>
              <c:f>'Chart Data'!$C$2:$C$976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Data'!$D$2:$D$976</c:f>
              <c:numCache>
                <c:formatCode>$0.0</c:formatCode>
                <c:ptCount val="975"/>
                <c:pt idx="0">
                  <c:v>0.995349336685</c:v>
                </c:pt>
                <c:pt idx="1">
                  <c:v>0.994110748847</c:v>
                </c:pt>
                <c:pt idx="2">
                  <c:v>1.00316532727</c:v>
                </c:pt>
                <c:pt idx="3">
                  <c:v>1.00587747218</c:v>
                </c:pt>
                <c:pt idx="4">
                  <c:v>0.992017967289</c:v>
                </c:pt>
                <c:pt idx="5">
                  <c:v>0.992423747495</c:v>
                </c:pt>
                <c:pt idx="6">
                  <c:v>0.974848409657</c:v>
                </c:pt>
                <c:pt idx="7">
                  <c:v>0.9647259155</c:v>
                </c:pt>
                <c:pt idx="8">
                  <c:v>0.954048285691</c:v>
                </c:pt>
                <c:pt idx="9">
                  <c:v>0.935319557194</c:v>
                </c:pt>
                <c:pt idx="10">
                  <c:v>0.939291745468</c:v>
                </c:pt>
                <c:pt idx="11">
                  <c:v>0.927823802464</c:v>
                </c:pt>
                <c:pt idx="12">
                  <c:v>0.925496121105</c:v>
                </c:pt>
                <c:pt idx="13">
                  <c:v>0.920926163871</c:v>
                </c:pt>
                <c:pt idx="14">
                  <c:v>0.943797544436</c:v>
                </c:pt>
                <c:pt idx="15">
                  <c:v>0.960796360533</c:v>
                </c:pt>
                <c:pt idx="16">
                  <c:v>0.967288635532</c:v>
                </c:pt>
                <c:pt idx="17">
                  <c:v>0.976685044196</c:v>
                </c:pt>
                <c:pt idx="18">
                  <c:v>0.953727910969</c:v>
                </c:pt>
                <c:pt idx="19">
                  <c:v>0.958212671024</c:v>
                </c:pt>
                <c:pt idx="20">
                  <c:v>0.955137518083</c:v>
                </c:pt>
                <c:pt idx="21">
                  <c:v>0.9629960031</c:v>
                </c:pt>
                <c:pt idx="22">
                  <c:v>0.97709040779</c:v>
                </c:pt>
                <c:pt idx="23">
                  <c:v>0.959536594912</c:v>
                </c:pt>
                <c:pt idx="24">
                  <c:v>0.940615738791</c:v>
                </c:pt>
                <c:pt idx="25">
                  <c:v>0.937540446979</c:v>
                </c:pt>
                <c:pt idx="26">
                  <c:v>0.952660272972</c:v>
                </c:pt>
                <c:pt idx="27">
                  <c:v>0.953727910969</c:v>
                </c:pt>
                <c:pt idx="28">
                  <c:v>0.933354814428</c:v>
                </c:pt>
                <c:pt idx="29">
                  <c:v>0.927311577861</c:v>
                </c:pt>
                <c:pt idx="30">
                  <c:v>0.917359964109</c:v>
                </c:pt>
                <c:pt idx="31">
                  <c:v>0.901087025199</c:v>
                </c:pt>
                <c:pt idx="32">
                  <c:v>0.914647680326</c:v>
                </c:pt>
                <c:pt idx="33">
                  <c:v>0.934828440938</c:v>
                </c:pt>
                <c:pt idx="34">
                  <c:v>0.932436670747</c:v>
                </c:pt>
                <c:pt idx="35">
                  <c:v>0.918235405047</c:v>
                </c:pt>
                <c:pt idx="36">
                  <c:v>0.935127568441</c:v>
                </c:pt>
                <c:pt idx="37">
                  <c:v>0.930471997416</c:v>
                </c:pt>
                <c:pt idx="38">
                  <c:v>0.922912292726</c:v>
                </c:pt>
                <c:pt idx="39">
                  <c:v>0.895705507551</c:v>
                </c:pt>
                <c:pt idx="40">
                  <c:v>0.888914591096</c:v>
                </c:pt>
                <c:pt idx="41">
                  <c:v>0.912747095826</c:v>
                </c:pt>
                <c:pt idx="42">
                  <c:v>0.908625482671</c:v>
                </c:pt>
                <c:pt idx="43">
                  <c:v>0.897072273052</c:v>
                </c:pt>
                <c:pt idx="44">
                  <c:v>0.890516256398</c:v>
                </c:pt>
                <c:pt idx="45">
                  <c:v>0.910099039745</c:v>
                </c:pt>
                <c:pt idx="46">
                  <c:v>0.930279730922</c:v>
                </c:pt>
                <c:pt idx="47">
                  <c:v>0.941918415461</c:v>
                </c:pt>
                <c:pt idx="48">
                  <c:v>0.952235120302</c:v>
                </c:pt>
                <c:pt idx="49">
                  <c:v>0.951956684534</c:v>
                </c:pt>
                <c:pt idx="50">
                  <c:v>0.963095851139</c:v>
                </c:pt>
                <c:pt idx="51">
                  <c:v>0.950692613921</c:v>
                </c:pt>
                <c:pt idx="52">
                  <c:v>0.965023793167</c:v>
                </c:pt>
                <c:pt idx="53">
                  <c:v>0.969736578924</c:v>
                </c:pt>
                <c:pt idx="54">
                  <c:v>0.976634286952</c:v>
                </c:pt>
                <c:pt idx="55">
                  <c:v>0.988716107918</c:v>
                </c:pt>
                <c:pt idx="56">
                  <c:v>0.982611073886</c:v>
                </c:pt>
                <c:pt idx="57">
                  <c:v>0.967487428949</c:v>
                </c:pt>
                <c:pt idx="58">
                  <c:v>0.970229083887</c:v>
                </c:pt>
                <c:pt idx="59">
                  <c:v>0.978540773457</c:v>
                </c:pt>
                <c:pt idx="60">
                  <c:v>0.966180447288</c:v>
                </c:pt>
                <c:pt idx="61">
                  <c:v>0.956519351056</c:v>
                </c:pt>
                <c:pt idx="62">
                  <c:v>0.961339136692</c:v>
                </c:pt>
                <c:pt idx="63">
                  <c:v>0.958768709336</c:v>
                </c:pt>
                <c:pt idx="64">
                  <c:v>0.942381132657</c:v>
                </c:pt>
                <c:pt idx="65">
                  <c:v>0.938889298159</c:v>
                </c:pt>
                <c:pt idx="66">
                  <c:v>0.949643029116</c:v>
                </c:pt>
                <c:pt idx="67">
                  <c:v>0.937818327265</c:v>
                </c:pt>
                <c:pt idx="68">
                  <c:v>0.938203832348</c:v>
                </c:pt>
                <c:pt idx="69">
                  <c:v>0.953348932809</c:v>
                </c:pt>
                <c:pt idx="70">
                  <c:v>0.952642080909</c:v>
                </c:pt>
                <c:pt idx="71">
                  <c:v>0.938396446019</c:v>
                </c:pt>
                <c:pt idx="72">
                  <c:v>0.912647872706</c:v>
                </c:pt>
                <c:pt idx="73">
                  <c:v>0.917938985523</c:v>
                </c:pt>
                <c:pt idx="74">
                  <c:v>0.891354688293</c:v>
                </c:pt>
                <c:pt idx="75">
                  <c:v>0.893861165688</c:v>
                </c:pt>
                <c:pt idx="76">
                  <c:v>0.91643939019</c:v>
                </c:pt>
                <c:pt idx="77">
                  <c:v>0.882571740978</c:v>
                </c:pt>
                <c:pt idx="78">
                  <c:v>0.887884587061</c:v>
                </c:pt>
                <c:pt idx="79">
                  <c:v>0.891954470878</c:v>
                </c:pt>
                <c:pt idx="80">
                  <c:v>0.919117025732</c:v>
                </c:pt>
                <c:pt idx="81">
                  <c:v>0.886449288866</c:v>
                </c:pt>
                <c:pt idx="82">
                  <c:v>0.881158106614</c:v>
                </c:pt>
                <c:pt idx="83">
                  <c:v>0.852945689213</c:v>
                </c:pt>
                <c:pt idx="84">
                  <c:v>0.854916681161</c:v>
                </c:pt>
                <c:pt idx="85">
                  <c:v>0.841335264863</c:v>
                </c:pt>
                <c:pt idx="86">
                  <c:v>0.84045690764</c:v>
                </c:pt>
                <c:pt idx="87">
                  <c:v>0.860550318577</c:v>
                </c:pt>
                <c:pt idx="88">
                  <c:v>0.857058484079</c:v>
                </c:pt>
                <c:pt idx="89">
                  <c:v>0.874688745282</c:v>
                </c:pt>
                <c:pt idx="90">
                  <c:v>0.839428639488</c:v>
                </c:pt>
                <c:pt idx="91">
                  <c:v>0.834287576471</c:v>
                </c:pt>
                <c:pt idx="92">
                  <c:v>0.83465162603</c:v>
                </c:pt>
                <c:pt idx="93">
                  <c:v>0.850268053671</c:v>
                </c:pt>
                <c:pt idx="94">
                  <c:v>0.843777236815</c:v>
                </c:pt>
                <c:pt idx="95">
                  <c:v>0.85123195525</c:v>
                </c:pt>
                <c:pt idx="96">
                  <c:v>0.868240770038</c:v>
                </c:pt>
                <c:pt idx="97">
                  <c:v>0.889555409975</c:v>
                </c:pt>
                <c:pt idx="98">
                  <c:v>0.884563980145</c:v>
                </c:pt>
                <c:pt idx="99">
                  <c:v>0.877409153001</c:v>
                </c:pt>
                <c:pt idx="100">
                  <c:v>0.894118145932</c:v>
                </c:pt>
                <c:pt idx="101">
                  <c:v>0.879444372651</c:v>
                </c:pt>
                <c:pt idx="102">
                  <c:v>0.882122147064</c:v>
                </c:pt>
                <c:pt idx="103">
                  <c:v>0.890583539256</c:v>
                </c:pt>
                <c:pt idx="104">
                  <c:v>0.880901056935</c:v>
                </c:pt>
                <c:pt idx="105">
                  <c:v>0.859950605428</c:v>
                </c:pt>
                <c:pt idx="106">
                  <c:v>0.835015883895</c:v>
                </c:pt>
                <c:pt idx="107">
                  <c:v>0.803311840302</c:v>
                </c:pt>
                <c:pt idx="108">
                  <c:v>0.800891115568</c:v>
                </c:pt>
                <c:pt idx="109">
                  <c:v>0.812308856812</c:v>
                </c:pt>
                <c:pt idx="110">
                  <c:v>0.78542466829</c:v>
                </c:pt>
                <c:pt idx="111">
                  <c:v>0.787117779953</c:v>
                </c:pt>
                <c:pt idx="112">
                  <c:v>0.806932477381</c:v>
                </c:pt>
                <c:pt idx="113">
                  <c:v>0.805469405045</c:v>
                </c:pt>
                <c:pt idx="114">
                  <c:v>0.813365176846</c:v>
                </c:pt>
                <c:pt idx="115">
                  <c:v>0.839225263337</c:v>
                </c:pt>
                <c:pt idx="116">
                  <c:v>0.836019710802</c:v>
                </c:pt>
                <c:pt idx="117">
                  <c:v>0.818937502845</c:v>
                </c:pt>
                <c:pt idx="118">
                  <c:v>0.818270367968</c:v>
                </c:pt>
                <c:pt idx="119">
                  <c:v>0.811622349471</c:v>
                </c:pt>
                <c:pt idx="120">
                  <c:v>0.82020678111</c:v>
                </c:pt>
                <c:pt idx="121">
                  <c:v>0.821755606107</c:v>
                </c:pt>
                <c:pt idx="122">
                  <c:v>0.824531145498</c:v>
                </c:pt>
                <c:pt idx="123">
                  <c:v>0.836880153704</c:v>
                </c:pt>
                <c:pt idx="124">
                  <c:v>0.836191771608</c:v>
                </c:pt>
                <c:pt idx="125">
                  <c:v>0.826639480575</c:v>
                </c:pt>
                <c:pt idx="126">
                  <c:v>0.819324674377</c:v>
                </c:pt>
                <c:pt idx="127">
                  <c:v>0.815021696078</c:v>
                </c:pt>
                <c:pt idx="128">
                  <c:v>0.813042510758</c:v>
                </c:pt>
                <c:pt idx="129">
                  <c:v>0.828575893717</c:v>
                </c:pt>
                <c:pt idx="130">
                  <c:v>0.821734289454</c:v>
                </c:pt>
                <c:pt idx="131">
                  <c:v>0.843936799257</c:v>
                </c:pt>
                <c:pt idx="132">
                  <c:v>0.849315331184</c:v>
                </c:pt>
                <c:pt idx="133">
                  <c:v>0.857964129396</c:v>
                </c:pt>
                <c:pt idx="134">
                  <c:v>0.850003921586</c:v>
                </c:pt>
                <c:pt idx="135">
                  <c:v>0.85103649473</c:v>
                </c:pt>
                <c:pt idx="136">
                  <c:v>0.840967743537</c:v>
                </c:pt>
                <c:pt idx="137">
                  <c:v>0.862804745639</c:v>
                </c:pt>
                <c:pt idx="138">
                  <c:v>0.873626384371</c:v>
                </c:pt>
                <c:pt idx="139">
                  <c:v>0.886362772415</c:v>
                </c:pt>
                <c:pt idx="140">
                  <c:v>0.883738116049</c:v>
                </c:pt>
                <c:pt idx="141">
                  <c:v>0.877907768276</c:v>
                </c:pt>
                <c:pt idx="142">
                  <c:v>0.891655343375</c:v>
                </c:pt>
                <c:pt idx="143">
                  <c:v>0.891052991682</c:v>
                </c:pt>
                <c:pt idx="144">
                  <c:v>0.889546869427</c:v>
                </c:pt>
                <c:pt idx="145">
                  <c:v>0.888514087977</c:v>
                </c:pt>
                <c:pt idx="146">
                  <c:v>0.884986008224</c:v>
                </c:pt>
                <c:pt idx="147">
                  <c:v>0.903573991259</c:v>
                </c:pt>
                <c:pt idx="148">
                  <c:v>0.903573991259</c:v>
                </c:pt>
                <c:pt idx="149">
                  <c:v>0.918870669097</c:v>
                </c:pt>
                <c:pt idx="150">
                  <c:v>0.922657117801</c:v>
                </c:pt>
                <c:pt idx="151">
                  <c:v>0.924464520056</c:v>
                </c:pt>
                <c:pt idx="152">
                  <c:v>0.917902531962</c:v>
                </c:pt>
                <c:pt idx="153">
                  <c:v>0.920570307683</c:v>
                </c:pt>
                <c:pt idx="154">
                  <c:v>0.908199705082</c:v>
                </c:pt>
                <c:pt idx="155">
                  <c:v>0.889288778217</c:v>
                </c:pt>
                <c:pt idx="156">
                  <c:v>0.88713725435</c:v>
                </c:pt>
                <c:pt idx="157">
                  <c:v>0.889977299184</c:v>
                </c:pt>
                <c:pt idx="158">
                  <c:v>0.902541556986</c:v>
                </c:pt>
                <c:pt idx="159">
                  <c:v>0.871991251229</c:v>
                </c:pt>
                <c:pt idx="160">
                  <c:v>0.86622554777</c:v>
                </c:pt>
                <c:pt idx="161">
                  <c:v>0.856716237221</c:v>
                </c:pt>
                <c:pt idx="162">
                  <c:v>0.850197299046</c:v>
                </c:pt>
                <c:pt idx="163">
                  <c:v>0.852865213638</c:v>
                </c:pt>
                <c:pt idx="164">
                  <c:v>0.843872224379</c:v>
                </c:pt>
                <c:pt idx="165">
                  <c:v>0.840688266238</c:v>
                </c:pt>
                <c:pt idx="166">
                  <c:v>0.855791080569</c:v>
                </c:pt>
                <c:pt idx="167">
                  <c:v>0.861384862092</c:v>
                </c:pt>
                <c:pt idx="168">
                  <c:v>0.874766651748</c:v>
                </c:pt>
                <c:pt idx="169">
                  <c:v>0.8841683375</c:v>
                </c:pt>
                <c:pt idx="170">
                  <c:v>0.845722607117</c:v>
                </c:pt>
                <c:pt idx="171">
                  <c:v>0.848949615177</c:v>
                </c:pt>
                <c:pt idx="172">
                  <c:v>0.839311224305</c:v>
                </c:pt>
                <c:pt idx="173">
                  <c:v>0.8329081043</c:v>
                </c:pt>
                <c:pt idx="174">
                  <c:v>0.839367397506</c:v>
                </c:pt>
                <c:pt idx="175">
                  <c:v>0.829732686708</c:v>
                </c:pt>
                <c:pt idx="176">
                  <c:v>0.815258887246</c:v>
                </c:pt>
                <c:pt idx="177">
                  <c:v>0.808411033801</c:v>
                </c:pt>
                <c:pt idx="178">
                  <c:v>0.794866071064</c:v>
                </c:pt>
                <c:pt idx="179">
                  <c:v>0.787002795007</c:v>
                </c:pt>
                <c:pt idx="180">
                  <c:v>0.784993821921</c:v>
                </c:pt>
                <c:pt idx="181">
                  <c:v>0.800439577464</c:v>
                </c:pt>
                <c:pt idx="182">
                  <c:v>0.783719197135</c:v>
                </c:pt>
                <c:pt idx="183">
                  <c:v>0.77160029769</c:v>
                </c:pt>
                <c:pt idx="184">
                  <c:v>0.791971450042</c:v>
                </c:pt>
                <c:pt idx="185">
                  <c:v>0.816511917637</c:v>
                </c:pt>
                <c:pt idx="186">
                  <c:v>0.81461084709</c:v>
                </c:pt>
                <c:pt idx="187">
                  <c:v>0.806207572289</c:v>
                </c:pt>
                <c:pt idx="188">
                  <c:v>0.783719197135</c:v>
                </c:pt>
                <c:pt idx="189">
                  <c:v>0.77773539723</c:v>
                </c:pt>
                <c:pt idx="190">
                  <c:v>0.772809792115</c:v>
                </c:pt>
                <c:pt idx="191">
                  <c:v>0.770260820284</c:v>
                </c:pt>
                <c:pt idx="192">
                  <c:v>0.790588922716</c:v>
                </c:pt>
                <c:pt idx="193">
                  <c:v>0.772572323206</c:v>
                </c:pt>
                <c:pt idx="194">
                  <c:v>0.792425071207</c:v>
                </c:pt>
                <c:pt idx="195">
                  <c:v>0.801735657774</c:v>
                </c:pt>
                <c:pt idx="196">
                  <c:v>0.796054387706</c:v>
                </c:pt>
                <c:pt idx="197">
                  <c:v>0.789379011679</c:v>
                </c:pt>
                <c:pt idx="198">
                  <c:v>0.808562194566</c:v>
                </c:pt>
                <c:pt idx="199">
                  <c:v>0.818456107539</c:v>
                </c:pt>
                <c:pt idx="200">
                  <c:v>0.83152564641</c:v>
                </c:pt>
                <c:pt idx="201">
                  <c:v>0.8252609805</c:v>
                </c:pt>
                <c:pt idx="202">
                  <c:v>0.820854057476</c:v>
                </c:pt>
                <c:pt idx="203">
                  <c:v>0.840382750682</c:v>
                </c:pt>
                <c:pt idx="204">
                  <c:v>0.834312434327</c:v>
                </c:pt>
                <c:pt idx="205">
                  <c:v>0.830661523434</c:v>
                </c:pt>
                <c:pt idx="206">
                  <c:v>0.80981487778</c:v>
                </c:pt>
                <c:pt idx="207">
                  <c:v>0.80147659447</c:v>
                </c:pt>
                <c:pt idx="208">
                  <c:v>0.813012236944</c:v>
                </c:pt>
                <c:pt idx="209">
                  <c:v>0.820789274291</c:v>
                </c:pt>
                <c:pt idx="210">
                  <c:v>0.825217722274</c:v>
                </c:pt>
                <c:pt idx="211">
                  <c:v>0.808216614811</c:v>
                </c:pt>
                <c:pt idx="212">
                  <c:v>0.852631424803</c:v>
                </c:pt>
                <c:pt idx="213">
                  <c:v>0.86088367771</c:v>
                </c:pt>
                <c:pt idx="214">
                  <c:v>0.853560330963</c:v>
                </c:pt>
                <c:pt idx="215">
                  <c:v>0.860840350049</c:v>
                </c:pt>
                <c:pt idx="216">
                  <c:v>0.854273293174</c:v>
                </c:pt>
                <c:pt idx="217">
                  <c:v>0.851659260417</c:v>
                </c:pt>
                <c:pt idx="218">
                  <c:v>0.855526045824</c:v>
                </c:pt>
                <c:pt idx="219">
                  <c:v>0.852415272547</c:v>
                </c:pt>
                <c:pt idx="220">
                  <c:v>0.863886201271</c:v>
                </c:pt>
                <c:pt idx="221">
                  <c:v>0.869330210737</c:v>
                </c:pt>
                <c:pt idx="222">
                  <c:v>0.869135722311</c:v>
                </c:pt>
                <c:pt idx="223">
                  <c:v>0.855267051955</c:v>
                </c:pt>
                <c:pt idx="224">
                  <c:v>0.853798008179</c:v>
                </c:pt>
                <c:pt idx="225">
                  <c:v>0.880693098051</c:v>
                </c:pt>
                <c:pt idx="226">
                  <c:v>0.880044919025</c:v>
                </c:pt>
                <c:pt idx="227">
                  <c:v>0.879029704719</c:v>
                </c:pt>
                <c:pt idx="228">
                  <c:v>0.863216705592</c:v>
                </c:pt>
                <c:pt idx="229">
                  <c:v>0.850773543046</c:v>
                </c:pt>
                <c:pt idx="230">
                  <c:v>0.84932630197</c:v>
                </c:pt>
                <c:pt idx="231">
                  <c:v>0.85597966699</c:v>
                </c:pt>
                <c:pt idx="232">
                  <c:v>0.849585504145</c:v>
                </c:pt>
                <c:pt idx="233">
                  <c:v>0.861834039395</c:v>
                </c:pt>
                <c:pt idx="234">
                  <c:v>0.868357976915</c:v>
                </c:pt>
                <c:pt idx="235">
                  <c:v>0.862806134346</c:v>
                </c:pt>
                <c:pt idx="236">
                  <c:v>0.841700494823</c:v>
                </c:pt>
                <c:pt idx="237">
                  <c:v>0.831763184754</c:v>
                </c:pt>
                <c:pt idx="238">
                  <c:v>0.82471028871</c:v>
                </c:pt>
                <c:pt idx="239">
                  <c:v>0.825838682642</c:v>
                </c:pt>
                <c:pt idx="240">
                  <c:v>0.83818706593</c:v>
                </c:pt>
                <c:pt idx="241">
                  <c:v>0.826229395377</c:v>
                </c:pt>
                <c:pt idx="242">
                  <c:v>0.830982037026</c:v>
                </c:pt>
                <c:pt idx="243">
                  <c:v>0.827705035512</c:v>
                </c:pt>
                <c:pt idx="244">
                  <c:v>0.816846342075</c:v>
                </c:pt>
                <c:pt idx="245">
                  <c:v>0.834993533968</c:v>
                </c:pt>
                <c:pt idx="246">
                  <c:v>0.83451997635</c:v>
                </c:pt>
                <c:pt idx="247">
                  <c:v>0.840372429806</c:v>
                </c:pt>
                <c:pt idx="248">
                  <c:v>0.851001213345</c:v>
                </c:pt>
                <c:pt idx="249">
                  <c:v>0.854099611552</c:v>
                </c:pt>
                <c:pt idx="250">
                  <c:v>0.857413138056</c:v>
                </c:pt>
                <c:pt idx="251">
                  <c:v>0.855842529385</c:v>
                </c:pt>
                <c:pt idx="252">
                  <c:v>0.842330407094</c:v>
                </c:pt>
                <c:pt idx="253">
                  <c:v>0.836198390113</c:v>
                </c:pt>
                <c:pt idx="254">
                  <c:v>0.851775812897</c:v>
                </c:pt>
                <c:pt idx="255">
                  <c:v>0.861996024775</c:v>
                </c:pt>
                <c:pt idx="256">
                  <c:v>0.861070800995</c:v>
                </c:pt>
                <c:pt idx="257">
                  <c:v>0.86139345902</c:v>
                </c:pt>
                <c:pt idx="258">
                  <c:v>0.870860687437</c:v>
                </c:pt>
                <c:pt idx="259">
                  <c:v>0.872861552703</c:v>
                </c:pt>
                <c:pt idx="260">
                  <c:v>0.861909973456</c:v>
                </c:pt>
                <c:pt idx="261">
                  <c:v>0.874582923285</c:v>
                </c:pt>
                <c:pt idx="262">
                  <c:v>0.883877704859</c:v>
                </c:pt>
                <c:pt idx="263">
                  <c:v>0.896744373417</c:v>
                </c:pt>
                <c:pt idx="264">
                  <c:v>0.887212778613</c:v>
                </c:pt>
                <c:pt idx="265">
                  <c:v>0.881790650592</c:v>
                </c:pt>
                <c:pt idx="266">
                  <c:v>0.893323317185</c:v>
                </c:pt>
                <c:pt idx="267">
                  <c:v>0.883555046834</c:v>
                </c:pt>
                <c:pt idx="268">
                  <c:v>0.875895309159</c:v>
                </c:pt>
                <c:pt idx="269">
                  <c:v>0.877939337766</c:v>
                </c:pt>
                <c:pt idx="270">
                  <c:v>0.88824546328</c:v>
                </c:pt>
                <c:pt idx="271">
                  <c:v>0.887836685095</c:v>
                </c:pt>
                <c:pt idx="272">
                  <c:v>0.890720023846</c:v>
                </c:pt>
                <c:pt idx="273">
                  <c:v>0.87845571452</c:v>
                </c:pt>
                <c:pt idx="274">
                  <c:v>0.876261130525</c:v>
                </c:pt>
                <c:pt idx="275">
                  <c:v>0.858682498271</c:v>
                </c:pt>
                <c:pt idx="276">
                  <c:v>0.857499120534</c:v>
                </c:pt>
                <c:pt idx="277">
                  <c:v>0.862060528843</c:v>
                </c:pt>
                <c:pt idx="278">
                  <c:v>0.852851592065</c:v>
                </c:pt>
                <c:pt idx="279">
                  <c:v>0.855756340384</c:v>
                </c:pt>
                <c:pt idx="280">
                  <c:v>0.852593506949</c:v>
                </c:pt>
                <c:pt idx="281">
                  <c:v>0.849323074946</c:v>
                </c:pt>
                <c:pt idx="282">
                  <c:v>0.855928443021</c:v>
                </c:pt>
                <c:pt idx="283">
                  <c:v>0.86965576245</c:v>
                </c:pt>
                <c:pt idx="284">
                  <c:v>0.870258190523</c:v>
                </c:pt>
                <c:pt idx="285">
                  <c:v>0.856918102029</c:v>
                </c:pt>
                <c:pt idx="286">
                  <c:v>0.858316814586</c:v>
                </c:pt>
                <c:pt idx="287">
                  <c:v>0.842480962482</c:v>
                </c:pt>
                <c:pt idx="288">
                  <c:v>0.830324389407</c:v>
                </c:pt>
                <c:pt idx="289">
                  <c:v>0.829141149352</c:v>
                </c:pt>
                <c:pt idx="290">
                  <c:v>0.84284685269</c:v>
                </c:pt>
                <c:pt idx="291">
                  <c:v>0.837575348897</c:v>
                </c:pt>
                <c:pt idx="292">
                  <c:v>0.852270642401</c:v>
                </c:pt>
                <c:pt idx="293">
                  <c:v>0.842305417791</c:v>
                </c:pt>
                <c:pt idx="294">
                  <c:v>0.850404567921</c:v>
                </c:pt>
                <c:pt idx="295">
                  <c:v>0.861570793578</c:v>
                </c:pt>
                <c:pt idx="296">
                  <c:v>0.846884105206</c:v>
                </c:pt>
                <c:pt idx="297">
                  <c:v>0.849173621015</c:v>
                </c:pt>
                <c:pt idx="298">
                  <c:v>0.854746029059</c:v>
                </c:pt>
                <c:pt idx="299">
                  <c:v>0.856344105312</c:v>
                </c:pt>
                <c:pt idx="300">
                  <c:v>0.854421925372</c:v>
                </c:pt>
                <c:pt idx="301">
                  <c:v>0.866840851708</c:v>
                </c:pt>
                <c:pt idx="302">
                  <c:v>0.871916433858</c:v>
                </c:pt>
                <c:pt idx="303">
                  <c:v>0.884205732486</c:v>
                </c:pt>
                <c:pt idx="304">
                  <c:v>0.887575157927</c:v>
                </c:pt>
                <c:pt idx="305">
                  <c:v>0.882650750734</c:v>
                </c:pt>
                <c:pt idx="306">
                  <c:v>0.880339825357</c:v>
                </c:pt>
                <c:pt idx="307">
                  <c:v>0.88377403023</c:v>
                </c:pt>
                <c:pt idx="308">
                  <c:v>0.884681011131</c:v>
                </c:pt>
                <c:pt idx="309">
                  <c:v>0.88491844393</c:v>
                </c:pt>
                <c:pt idx="310">
                  <c:v>0.881311654531</c:v>
                </c:pt>
                <c:pt idx="311">
                  <c:v>0.893017869424</c:v>
                </c:pt>
                <c:pt idx="312">
                  <c:v>0.89083643407</c:v>
                </c:pt>
                <c:pt idx="313">
                  <c:v>0.894032930781</c:v>
                </c:pt>
                <c:pt idx="314">
                  <c:v>0.894616152199</c:v>
                </c:pt>
                <c:pt idx="315">
                  <c:v>0.89446483956</c:v>
                </c:pt>
                <c:pt idx="316">
                  <c:v>0.889583733391</c:v>
                </c:pt>
                <c:pt idx="317">
                  <c:v>0.890274828743</c:v>
                </c:pt>
                <c:pt idx="318">
                  <c:v>0.891203563417</c:v>
                </c:pt>
                <c:pt idx="319">
                  <c:v>0.877056588917</c:v>
                </c:pt>
                <c:pt idx="320">
                  <c:v>0.873341925585</c:v>
                </c:pt>
                <c:pt idx="321">
                  <c:v>0.890728353614</c:v>
                </c:pt>
                <c:pt idx="322">
                  <c:v>0.898330884372</c:v>
                </c:pt>
                <c:pt idx="323">
                  <c:v>0.897423903472</c:v>
                </c:pt>
                <c:pt idx="324">
                  <c:v>0.887337449764</c:v>
                </c:pt>
                <c:pt idx="325">
                  <c:v>0.881246806257</c:v>
                </c:pt>
                <c:pt idx="326">
                  <c:v>0.875004987793</c:v>
                </c:pt>
                <c:pt idx="327">
                  <c:v>0.891203563417</c:v>
                </c:pt>
                <c:pt idx="328">
                  <c:v>0.891441202739</c:v>
                </c:pt>
                <c:pt idx="329">
                  <c:v>0.887531925745</c:v>
                </c:pt>
                <c:pt idx="330">
                  <c:v>0.891678635538</c:v>
                </c:pt>
                <c:pt idx="331">
                  <c:v>0.890123653786</c:v>
                </c:pt>
                <c:pt idx="332">
                  <c:v>0.888957348631</c:v>
                </c:pt>
                <c:pt idx="333">
                  <c:v>0.892024355317</c:v>
                </c:pt>
                <c:pt idx="334">
                  <c:v>0.886063132993</c:v>
                </c:pt>
                <c:pt idx="335">
                  <c:v>0.896819065962</c:v>
                </c:pt>
                <c:pt idx="336">
                  <c:v>0.905458411851</c:v>
                </c:pt>
                <c:pt idx="337">
                  <c:v>0.904140862897</c:v>
                </c:pt>
                <c:pt idx="338">
                  <c:v>0.904507992244</c:v>
                </c:pt>
                <c:pt idx="339">
                  <c:v>0.894356896786</c:v>
                </c:pt>
                <c:pt idx="340">
                  <c:v>0.887877301318</c:v>
                </c:pt>
                <c:pt idx="341">
                  <c:v>0.895566434124</c:v>
                </c:pt>
                <c:pt idx="342">
                  <c:v>0.90716456856</c:v>
                </c:pt>
                <c:pt idx="343">
                  <c:v>0.907510219497</c:v>
                </c:pt>
                <c:pt idx="344">
                  <c:v>0.902477800689</c:v>
                </c:pt>
                <c:pt idx="345">
                  <c:v>0.911052298304</c:v>
                </c:pt>
                <c:pt idx="346">
                  <c:v>0.924227168265</c:v>
                </c:pt>
                <c:pt idx="347">
                  <c:v>0.922456232124</c:v>
                </c:pt>
                <c:pt idx="348">
                  <c:v>0.924464601064</c:v>
                </c:pt>
                <c:pt idx="349">
                  <c:v>0.921268173195</c:v>
                </c:pt>
                <c:pt idx="350">
                  <c:v>0.926840581239</c:v>
                </c:pt>
                <c:pt idx="351">
                  <c:v>0.928503574607</c:v>
                </c:pt>
                <c:pt idx="352">
                  <c:v>0.936926759583</c:v>
                </c:pt>
                <c:pt idx="353">
                  <c:v>0.943103798614</c:v>
                </c:pt>
                <c:pt idx="354">
                  <c:v>0.944226940427</c:v>
                </c:pt>
                <c:pt idx="355">
                  <c:v>0.955933224161</c:v>
                </c:pt>
                <c:pt idx="356">
                  <c:v>0.952677111097</c:v>
                </c:pt>
                <c:pt idx="357">
                  <c:v>0.947734392183</c:v>
                </c:pt>
                <c:pt idx="358">
                  <c:v>0.942878344158</c:v>
                </c:pt>
                <c:pt idx="359">
                  <c:v>0.946281983603</c:v>
                </c:pt>
                <c:pt idx="360">
                  <c:v>0.939128090001</c:v>
                </c:pt>
                <c:pt idx="361">
                  <c:v>0.935291027273</c:v>
                </c:pt>
                <c:pt idx="362">
                  <c:v>0.945544833585</c:v>
                </c:pt>
                <c:pt idx="363">
                  <c:v>0.946021833256</c:v>
                </c:pt>
                <c:pt idx="364">
                  <c:v>0.949750540163</c:v>
                </c:pt>
                <c:pt idx="365">
                  <c:v>0.960958345817</c:v>
                </c:pt>
                <c:pt idx="366">
                  <c:v>0.962063933161</c:v>
                </c:pt>
                <c:pt idx="367">
                  <c:v>0.96063293415</c:v>
                </c:pt>
                <c:pt idx="368">
                  <c:v>0.95311060322</c:v>
                </c:pt>
                <c:pt idx="369">
                  <c:v>0.950704126458</c:v>
                </c:pt>
                <c:pt idx="370">
                  <c:v>0.95311060322</c:v>
                </c:pt>
                <c:pt idx="371">
                  <c:v>0.95918052557</c:v>
                </c:pt>
                <c:pt idx="372">
                  <c:v>0.96689802089</c:v>
                </c:pt>
                <c:pt idx="373">
                  <c:v>0.974572146346</c:v>
                </c:pt>
                <c:pt idx="374">
                  <c:v>0.973965243604</c:v>
                </c:pt>
                <c:pt idx="375">
                  <c:v>0.977346991594</c:v>
                </c:pt>
                <c:pt idx="376">
                  <c:v>0.984609103335</c:v>
                </c:pt>
                <c:pt idx="377">
                  <c:v>0.986798937297</c:v>
                </c:pt>
                <c:pt idx="378">
                  <c:v>0.980251946436</c:v>
                </c:pt>
                <c:pt idx="379">
                  <c:v>0.980251946436</c:v>
                </c:pt>
                <c:pt idx="380">
                  <c:v>0.984630925949</c:v>
                </c:pt>
                <c:pt idx="381">
                  <c:v>0.987319100309</c:v>
                </c:pt>
                <c:pt idx="382">
                  <c:v>0.987470963676</c:v>
                </c:pt>
                <c:pt idx="383">
                  <c:v>0.980923972815</c:v>
                </c:pt>
                <c:pt idx="384">
                  <c:v>0.990527437681</c:v>
                </c:pt>
                <c:pt idx="385">
                  <c:v>0.992413544907</c:v>
                </c:pt>
                <c:pt idx="386">
                  <c:v>0.989573644862</c:v>
                </c:pt>
                <c:pt idx="387">
                  <c:v>0.975807774443</c:v>
                </c:pt>
                <c:pt idx="388">
                  <c:v>0.973011450786</c:v>
                </c:pt>
                <c:pt idx="389">
                  <c:v>0.968610648658</c:v>
                </c:pt>
                <c:pt idx="390">
                  <c:v>0.977065087473</c:v>
                </c:pt>
                <c:pt idx="391">
                  <c:v>0.972816286395</c:v>
                </c:pt>
                <c:pt idx="392">
                  <c:v>0.966312871922</c:v>
                </c:pt>
                <c:pt idx="393">
                  <c:v>0.966659624316</c:v>
                </c:pt>
                <c:pt idx="394">
                  <c:v>0.966096091439</c:v>
                </c:pt>
                <c:pt idx="395">
                  <c:v>0.971428932612</c:v>
                </c:pt>
                <c:pt idx="396">
                  <c:v>0.960112771137</c:v>
                </c:pt>
                <c:pt idx="397">
                  <c:v>0.953067233356</c:v>
                </c:pt>
                <c:pt idx="398">
                  <c:v>0.945805121615</c:v>
                </c:pt>
                <c:pt idx="399">
                  <c:v>0.946260367512</c:v>
                </c:pt>
                <c:pt idx="400">
                  <c:v>0.952417029591</c:v>
                </c:pt>
                <c:pt idx="401">
                  <c:v>0.949837211052</c:v>
                </c:pt>
                <c:pt idx="402">
                  <c:v>0.960416153667</c:v>
                </c:pt>
                <c:pt idx="403">
                  <c:v>0.94710587335</c:v>
                </c:pt>
                <c:pt idx="404">
                  <c:v>0.9537826296</c:v>
                </c:pt>
                <c:pt idx="405">
                  <c:v>0.959830935858</c:v>
                </c:pt>
                <c:pt idx="406">
                  <c:v>0.973705162098</c:v>
                </c:pt>
                <c:pt idx="407">
                  <c:v>0.977715566602</c:v>
                </c:pt>
                <c:pt idx="408">
                  <c:v>0.976284842955</c:v>
                </c:pt>
                <c:pt idx="409">
                  <c:v>0.978105688862</c:v>
                </c:pt>
                <c:pt idx="410">
                  <c:v>0.973878572716</c:v>
                </c:pt>
                <c:pt idx="411">
                  <c:v>0.967331719537</c:v>
                </c:pt>
                <c:pt idx="412">
                  <c:v>0.964361709898</c:v>
                </c:pt>
                <c:pt idx="413">
                  <c:v>0.965814049637</c:v>
                </c:pt>
                <c:pt idx="414">
                  <c:v>0.972165944948</c:v>
                </c:pt>
                <c:pt idx="415">
                  <c:v>0.966833034934</c:v>
                </c:pt>
                <c:pt idx="416">
                  <c:v>0.967960307211</c:v>
                </c:pt>
                <c:pt idx="417">
                  <c:v>0.976306459046</c:v>
                </c:pt>
                <c:pt idx="418">
                  <c:v>0.964543656806</c:v>
                </c:pt>
                <c:pt idx="419">
                  <c:v>0.965109254915</c:v>
                </c:pt>
                <c:pt idx="420">
                  <c:v>0.963107838921</c:v>
                </c:pt>
                <c:pt idx="421">
                  <c:v>0.954253640099</c:v>
                </c:pt>
                <c:pt idx="422">
                  <c:v>0.938481397129</c:v>
                </c:pt>
                <c:pt idx="423">
                  <c:v>0.936371143427</c:v>
                </c:pt>
                <c:pt idx="424">
                  <c:v>0.940308782936</c:v>
                </c:pt>
                <c:pt idx="425">
                  <c:v>0.926494379573</c:v>
                </c:pt>
                <c:pt idx="426">
                  <c:v>0.926864262562</c:v>
                </c:pt>
                <c:pt idx="427">
                  <c:v>0.932237651116</c:v>
                </c:pt>
                <c:pt idx="428">
                  <c:v>0.929975121</c:v>
                </c:pt>
                <c:pt idx="429">
                  <c:v>0.929605375693</c:v>
                </c:pt>
                <c:pt idx="430">
                  <c:v>0.917161460055</c:v>
                </c:pt>
                <c:pt idx="431">
                  <c:v>0.923840419218</c:v>
                </c:pt>
                <c:pt idx="432">
                  <c:v>0.923492221161</c:v>
                </c:pt>
                <c:pt idx="433">
                  <c:v>0.934456811368</c:v>
                </c:pt>
                <c:pt idx="434">
                  <c:v>0.940439236736</c:v>
                </c:pt>
                <c:pt idx="435">
                  <c:v>0.945334248798</c:v>
                </c:pt>
                <c:pt idx="436">
                  <c:v>0.949206489305</c:v>
                </c:pt>
                <c:pt idx="437">
                  <c:v>0.943419710215</c:v>
                </c:pt>
                <c:pt idx="438">
                  <c:v>0.938720757478</c:v>
                </c:pt>
                <c:pt idx="439">
                  <c:v>0.948597245968</c:v>
                </c:pt>
                <c:pt idx="440">
                  <c:v>0.948553738421</c:v>
                </c:pt>
                <c:pt idx="441">
                  <c:v>0.935914245345</c:v>
                </c:pt>
                <c:pt idx="442">
                  <c:v>0.927690905952</c:v>
                </c:pt>
                <c:pt idx="443">
                  <c:v>0.9162914468</c:v>
                </c:pt>
                <c:pt idx="444">
                  <c:v>0.91470328366</c:v>
                </c:pt>
                <c:pt idx="445">
                  <c:v>0.921599711716</c:v>
                </c:pt>
                <c:pt idx="446">
                  <c:v>0.908372729076</c:v>
                </c:pt>
                <c:pt idx="447">
                  <c:v>0.897495291646</c:v>
                </c:pt>
                <c:pt idx="448">
                  <c:v>0.893426922973</c:v>
                </c:pt>
                <c:pt idx="449">
                  <c:v>0.904108714125</c:v>
                </c:pt>
                <c:pt idx="450">
                  <c:v>0.909786793188</c:v>
                </c:pt>
                <c:pt idx="451">
                  <c:v>0.919489320332</c:v>
                </c:pt>
                <c:pt idx="452">
                  <c:v>0.937110771723</c:v>
                </c:pt>
                <c:pt idx="453">
                  <c:v>0.945660348876</c:v>
                </c:pt>
                <c:pt idx="454">
                  <c:v>0.947835932739</c:v>
                </c:pt>
                <c:pt idx="455">
                  <c:v>0.950533469483</c:v>
                </c:pt>
                <c:pt idx="456">
                  <c:v>0.951229590232</c:v>
                </c:pt>
                <c:pt idx="457">
                  <c:v>0.943811346978</c:v>
                </c:pt>
                <c:pt idx="458">
                  <c:v>0.958539339983</c:v>
                </c:pt>
                <c:pt idx="459">
                  <c:v>0.957625543818</c:v>
                </c:pt>
                <c:pt idx="460">
                  <c:v>0.976204230079</c:v>
                </c:pt>
                <c:pt idx="461">
                  <c:v>0.978270838553</c:v>
                </c:pt>
                <c:pt idx="462">
                  <c:v>0.979467364931</c:v>
                </c:pt>
                <c:pt idx="463">
                  <c:v>0.980685713924</c:v>
                </c:pt>
                <c:pt idx="464">
                  <c:v>0.988234686341</c:v>
                </c:pt>
                <c:pt idx="465">
                  <c:v>0.986080856251</c:v>
                </c:pt>
                <c:pt idx="466">
                  <c:v>0.989888041961</c:v>
                </c:pt>
                <c:pt idx="467">
                  <c:v>0.990497078775</c:v>
                </c:pt>
                <c:pt idx="468">
                  <c:v>0.988713269356</c:v>
                </c:pt>
                <c:pt idx="469">
                  <c:v>0.989692258</c:v>
                </c:pt>
                <c:pt idx="470">
                  <c:v>0.98899606841</c:v>
                </c:pt>
                <c:pt idx="471">
                  <c:v>0.992890131532</c:v>
                </c:pt>
                <c:pt idx="472">
                  <c:v>0.998764063397</c:v>
                </c:pt>
                <c:pt idx="473">
                  <c:v>0.993521197484</c:v>
                </c:pt>
                <c:pt idx="474">
                  <c:v>0.993325275841</c:v>
                </c:pt>
                <c:pt idx="475">
                  <c:v>0.989322375011</c:v>
                </c:pt>
                <c:pt idx="476">
                  <c:v>0.996871347429</c:v>
                </c:pt>
                <c:pt idx="477">
                  <c:v>1.00115704731</c:v>
                </c:pt>
                <c:pt idx="478">
                  <c:v>1.00505117928</c:v>
                </c:pt>
                <c:pt idx="479">
                  <c:v>1.00964136315</c:v>
                </c:pt>
                <c:pt idx="480">
                  <c:v>1.02356460422</c:v>
                </c:pt>
                <c:pt idx="481">
                  <c:v>1.02684956168</c:v>
                </c:pt>
                <c:pt idx="482">
                  <c:v>1.02515875653</c:v>
                </c:pt>
                <c:pt idx="483">
                  <c:v>1.03092536519</c:v>
                </c:pt>
                <c:pt idx="484">
                  <c:v>1.03719423819</c:v>
                </c:pt>
                <c:pt idx="485">
                  <c:v>1.02282167155</c:v>
                </c:pt>
                <c:pt idx="486">
                  <c:v>1.03251993055</c:v>
                </c:pt>
                <c:pt idx="487">
                  <c:v>1.03459486879</c:v>
                </c:pt>
                <c:pt idx="488">
                  <c:v>1.0389634533</c:v>
                </c:pt>
                <c:pt idx="489">
                  <c:v>1.04011353621</c:v>
                </c:pt>
                <c:pt idx="490">
                  <c:v>1.04080896004</c:v>
                </c:pt>
                <c:pt idx="491">
                  <c:v>1.05566748558</c:v>
                </c:pt>
                <c:pt idx="492">
                  <c:v>1.05406585158</c:v>
                </c:pt>
                <c:pt idx="493">
                  <c:v>1.060027166</c:v>
                </c:pt>
                <c:pt idx="494">
                  <c:v>1.0595601425</c:v>
                </c:pt>
                <c:pt idx="495">
                  <c:v>1.06029411668</c:v>
                </c:pt>
                <c:pt idx="496">
                  <c:v>1.05640167006</c:v>
                </c:pt>
                <c:pt idx="497">
                  <c:v>1.05052931584</c:v>
                </c:pt>
                <c:pt idx="498">
                  <c:v>1.05987153823</c:v>
                </c:pt>
                <c:pt idx="499">
                  <c:v>1.07308391462</c:v>
                </c:pt>
                <c:pt idx="500">
                  <c:v>1.07535278513</c:v>
                </c:pt>
                <c:pt idx="501">
                  <c:v>1.07848903505</c:v>
                </c:pt>
                <c:pt idx="502">
                  <c:v>1.0796680205</c:v>
                </c:pt>
                <c:pt idx="503">
                  <c:v>1.08554023452</c:v>
                </c:pt>
                <c:pt idx="504">
                  <c:v>1.08416117626</c:v>
                </c:pt>
                <c:pt idx="505">
                  <c:v>1.09274699165</c:v>
                </c:pt>
                <c:pt idx="506">
                  <c:v>1.09190197497</c:v>
                </c:pt>
                <c:pt idx="507">
                  <c:v>1.07408490959</c:v>
                </c:pt>
                <c:pt idx="508">
                  <c:v>1.08814279338</c:v>
                </c:pt>
                <c:pt idx="509">
                  <c:v>1.09959804822</c:v>
                </c:pt>
                <c:pt idx="510">
                  <c:v>1.09559420857</c:v>
                </c:pt>
                <c:pt idx="511">
                  <c:v>1.09877504374</c:v>
                </c:pt>
                <c:pt idx="512">
                  <c:v>1.10793920555</c:v>
                </c:pt>
                <c:pt idx="513">
                  <c:v>1.10842845156</c:v>
                </c:pt>
                <c:pt idx="514">
                  <c:v>1.11483470716</c:v>
                </c:pt>
                <c:pt idx="515">
                  <c:v>1.11434532094</c:v>
                </c:pt>
                <c:pt idx="516">
                  <c:v>1.09899740918</c:v>
                </c:pt>
                <c:pt idx="517">
                  <c:v>1.10898464556</c:v>
                </c:pt>
                <c:pt idx="518">
                  <c:v>1.11663648407</c:v>
                </c:pt>
                <c:pt idx="519">
                  <c:v>1.11107552557</c:v>
                </c:pt>
                <c:pt idx="520">
                  <c:v>1.10495865349</c:v>
                </c:pt>
                <c:pt idx="521">
                  <c:v>1.10595964845</c:v>
                </c:pt>
                <c:pt idx="522">
                  <c:v>1.1288479356</c:v>
                </c:pt>
                <c:pt idx="523">
                  <c:v>1.12962642492</c:v>
                </c:pt>
                <c:pt idx="524">
                  <c:v>1.12548925014</c:v>
                </c:pt>
                <c:pt idx="525">
                  <c:v>1.12757998995</c:v>
                </c:pt>
                <c:pt idx="526">
                  <c:v>1.12608974898</c:v>
                </c:pt>
                <c:pt idx="527">
                  <c:v>1.13013796356</c:v>
                </c:pt>
                <c:pt idx="528">
                  <c:v>1.1407480615</c:v>
                </c:pt>
                <c:pt idx="529">
                  <c:v>1.13952477121</c:v>
                </c:pt>
                <c:pt idx="530">
                  <c:v>1.12813618394</c:v>
                </c:pt>
                <c:pt idx="531">
                  <c:v>1.1338527001</c:v>
                </c:pt>
                <c:pt idx="532">
                  <c:v>1.14510774192</c:v>
                </c:pt>
                <c:pt idx="533">
                  <c:v>1.13823460304</c:v>
                </c:pt>
                <c:pt idx="534">
                  <c:v>1.13725597081</c:v>
                </c:pt>
                <c:pt idx="535">
                  <c:v>1.14948978507</c:v>
                </c:pt>
                <c:pt idx="536">
                  <c:v>1.14768807826</c:v>
                </c:pt>
                <c:pt idx="537">
                  <c:v>1.14541927785</c:v>
                </c:pt>
                <c:pt idx="538">
                  <c:v>1.13755404704</c:v>
                </c:pt>
                <c:pt idx="539">
                  <c:v>1.14431474136</c:v>
                </c:pt>
                <c:pt idx="540">
                  <c:v>1.1506738179</c:v>
                </c:pt>
                <c:pt idx="541">
                  <c:v>1.16131672386</c:v>
                </c:pt>
                <c:pt idx="542">
                  <c:v>1.16515484097</c:v>
                </c:pt>
                <c:pt idx="543">
                  <c:v>1.16294576798</c:v>
                </c:pt>
                <c:pt idx="544">
                  <c:v>1.15973261551</c:v>
                </c:pt>
                <c:pt idx="545">
                  <c:v>1.15759077091</c:v>
                </c:pt>
                <c:pt idx="546">
                  <c:v>1.16731862768</c:v>
                </c:pt>
                <c:pt idx="547">
                  <c:v>1.16709563133</c:v>
                </c:pt>
                <c:pt idx="548">
                  <c:v>1.16506539006</c:v>
                </c:pt>
                <c:pt idx="549">
                  <c:v>1.15765771888</c:v>
                </c:pt>
                <c:pt idx="550">
                  <c:v>1.15892937997</c:v>
                </c:pt>
                <c:pt idx="551">
                  <c:v>1.14478337721</c:v>
                </c:pt>
                <c:pt idx="552">
                  <c:v>1.15674273981</c:v>
                </c:pt>
                <c:pt idx="553">
                  <c:v>1.15738971666</c:v>
                </c:pt>
                <c:pt idx="554">
                  <c:v>1.15872867624</c:v>
                </c:pt>
                <c:pt idx="555">
                  <c:v>1.14712613585</c:v>
                </c:pt>
                <c:pt idx="556">
                  <c:v>1.15578338579</c:v>
                </c:pt>
                <c:pt idx="557">
                  <c:v>1.13982999791</c:v>
                </c:pt>
                <c:pt idx="558">
                  <c:v>1.12555002909</c:v>
                </c:pt>
                <c:pt idx="559">
                  <c:v>1.12349728489</c:v>
                </c:pt>
                <c:pt idx="560">
                  <c:v>1.1168480537</c:v>
                </c:pt>
                <c:pt idx="561">
                  <c:v>1.11455002051</c:v>
                </c:pt>
                <c:pt idx="562">
                  <c:v>1.10482167302</c:v>
                </c:pt>
                <c:pt idx="563">
                  <c:v>1.11499622354</c:v>
                </c:pt>
                <c:pt idx="564">
                  <c:v>1.12822752763</c:v>
                </c:pt>
                <c:pt idx="565">
                  <c:v>1.1276920139</c:v>
                </c:pt>
                <c:pt idx="566">
                  <c:v>1.12340790408</c:v>
                </c:pt>
                <c:pt idx="567">
                  <c:v>1.13405109045</c:v>
                </c:pt>
                <c:pt idx="568">
                  <c:v>1.13806726814</c:v>
                </c:pt>
                <c:pt idx="569">
                  <c:v>1.12003891354</c:v>
                </c:pt>
                <c:pt idx="570">
                  <c:v>1.11640185068</c:v>
                </c:pt>
                <c:pt idx="571">
                  <c:v>1.12684419311</c:v>
                </c:pt>
                <c:pt idx="572">
                  <c:v>1.14081178476</c:v>
                </c:pt>
                <c:pt idx="573">
                  <c:v>1.15259252595</c:v>
                </c:pt>
                <c:pt idx="574">
                  <c:v>1.15386439734</c:v>
                </c:pt>
                <c:pt idx="575">
                  <c:v>1.15397600067</c:v>
                </c:pt>
                <c:pt idx="576">
                  <c:v>1.16062509165</c:v>
                </c:pt>
                <c:pt idx="577">
                  <c:v>1.16212030991</c:v>
                </c:pt>
                <c:pt idx="578">
                  <c:v>1.16227607788</c:v>
                </c:pt>
                <c:pt idx="579">
                  <c:v>1.16760892253</c:v>
                </c:pt>
                <c:pt idx="580">
                  <c:v>1.18206758286</c:v>
                </c:pt>
                <c:pt idx="581">
                  <c:v>1.17963530321</c:v>
                </c:pt>
                <c:pt idx="582">
                  <c:v>1.181331085</c:v>
                </c:pt>
                <c:pt idx="583">
                  <c:v>1.18269205679</c:v>
                </c:pt>
                <c:pt idx="584">
                  <c:v>1.18559290219</c:v>
                </c:pt>
                <c:pt idx="585">
                  <c:v>1.18217904599</c:v>
                </c:pt>
                <c:pt idx="586">
                  <c:v>1.17354394848</c:v>
                </c:pt>
                <c:pt idx="587">
                  <c:v>1.18130893258</c:v>
                </c:pt>
                <c:pt idx="588">
                  <c:v>1.18213432054</c:v>
                </c:pt>
                <c:pt idx="589">
                  <c:v>1.17385625554</c:v>
                </c:pt>
                <c:pt idx="590">
                  <c:v>1.16606918912</c:v>
                </c:pt>
                <c:pt idx="591">
                  <c:v>1.17669001276</c:v>
                </c:pt>
                <c:pt idx="592">
                  <c:v>1.17764943688</c:v>
                </c:pt>
                <c:pt idx="593">
                  <c:v>1.17896596363</c:v>
                </c:pt>
                <c:pt idx="594">
                  <c:v>1.19297807043</c:v>
                </c:pt>
                <c:pt idx="595">
                  <c:v>1.19295591801</c:v>
                </c:pt>
                <c:pt idx="596">
                  <c:v>1.19150563551</c:v>
                </c:pt>
                <c:pt idx="597">
                  <c:v>1.19518686301</c:v>
                </c:pt>
                <c:pt idx="598">
                  <c:v>1.19806541579</c:v>
                </c:pt>
                <c:pt idx="599">
                  <c:v>1.2079050161</c:v>
                </c:pt>
                <c:pt idx="600">
                  <c:v>1.21033729576</c:v>
                </c:pt>
                <c:pt idx="601">
                  <c:v>1.21107365342</c:v>
                </c:pt>
                <c:pt idx="602">
                  <c:v>1.22071233969</c:v>
                </c:pt>
                <c:pt idx="603">
                  <c:v>1.22381395893</c:v>
                </c:pt>
                <c:pt idx="604">
                  <c:v>1.22048941344</c:v>
                </c:pt>
                <c:pt idx="605">
                  <c:v>1.21885335906</c:v>
                </c:pt>
                <c:pt idx="606">
                  <c:v>1.21489087995</c:v>
                </c:pt>
                <c:pt idx="607">
                  <c:v>1.21956952718</c:v>
                </c:pt>
                <c:pt idx="608">
                  <c:v>1.22109145453</c:v>
                </c:pt>
                <c:pt idx="609">
                  <c:v>1.22301661201</c:v>
                </c:pt>
                <c:pt idx="610">
                  <c:v>1.21820420903</c:v>
                </c:pt>
                <c:pt idx="611">
                  <c:v>1.22071121805</c:v>
                </c:pt>
                <c:pt idx="612">
                  <c:v>1.22892612061</c:v>
                </c:pt>
                <c:pt idx="613">
                  <c:v>1.23441038687</c:v>
                </c:pt>
                <c:pt idx="614">
                  <c:v>1.24152860442</c:v>
                </c:pt>
                <c:pt idx="615">
                  <c:v>1.24296122106</c:v>
                </c:pt>
                <c:pt idx="616">
                  <c:v>1.24416993002</c:v>
                </c:pt>
                <c:pt idx="617">
                  <c:v>1.25648120764</c:v>
                </c:pt>
                <c:pt idx="618">
                  <c:v>1.24564727211</c:v>
                </c:pt>
                <c:pt idx="619">
                  <c:v>1.25350409061</c:v>
                </c:pt>
                <c:pt idx="620">
                  <c:v>1.25695145585</c:v>
                </c:pt>
                <c:pt idx="621">
                  <c:v>1.26440546484</c:v>
                </c:pt>
                <c:pt idx="622">
                  <c:v>1.24667707924</c:v>
                </c:pt>
                <c:pt idx="623">
                  <c:v>1.23709643792</c:v>
                </c:pt>
                <c:pt idx="624">
                  <c:v>1.22888139515</c:v>
                </c:pt>
                <c:pt idx="625">
                  <c:v>1.24155103725</c:v>
                </c:pt>
                <c:pt idx="626">
                  <c:v>1.23960344694</c:v>
                </c:pt>
                <c:pt idx="627">
                  <c:v>1.21151123382</c:v>
                </c:pt>
                <c:pt idx="628">
                  <c:v>1.20519849509</c:v>
                </c:pt>
                <c:pt idx="629">
                  <c:v>1.21869646946</c:v>
                </c:pt>
                <c:pt idx="630">
                  <c:v>1.21941263757</c:v>
                </c:pt>
                <c:pt idx="631">
                  <c:v>1.21323477624</c:v>
                </c:pt>
                <c:pt idx="632">
                  <c:v>1.23295533739</c:v>
                </c:pt>
                <c:pt idx="633">
                  <c:v>1.21549558494</c:v>
                </c:pt>
                <c:pt idx="634">
                  <c:v>1.19286506504</c:v>
                </c:pt>
                <c:pt idx="635">
                  <c:v>1.15812432176</c:v>
                </c:pt>
                <c:pt idx="636">
                  <c:v>1.16880164809</c:v>
                </c:pt>
                <c:pt idx="637">
                  <c:v>1.16098941484</c:v>
                </c:pt>
                <c:pt idx="638">
                  <c:v>1.18782847396</c:v>
                </c:pt>
                <c:pt idx="639">
                  <c:v>1.1930663997</c:v>
                </c:pt>
                <c:pt idx="640">
                  <c:v>1.1936929767</c:v>
                </c:pt>
                <c:pt idx="641">
                  <c:v>1.21332408694</c:v>
                </c:pt>
                <c:pt idx="642">
                  <c:v>1.21715182887</c:v>
                </c:pt>
                <c:pt idx="643">
                  <c:v>1.2380143613</c:v>
                </c:pt>
                <c:pt idx="644">
                  <c:v>1.24078972306</c:v>
                </c:pt>
                <c:pt idx="645">
                  <c:v>1.25265360592</c:v>
                </c:pt>
                <c:pt idx="646">
                  <c:v>1.2506165647</c:v>
                </c:pt>
                <c:pt idx="647">
                  <c:v>1.25491441463</c:v>
                </c:pt>
                <c:pt idx="648">
                  <c:v>1.24506499996</c:v>
                </c:pt>
                <c:pt idx="649">
                  <c:v>1.25829434117</c:v>
                </c:pt>
                <c:pt idx="650">
                  <c:v>1.25529465111</c:v>
                </c:pt>
                <c:pt idx="651">
                  <c:v>1.25701847393</c:v>
                </c:pt>
                <c:pt idx="652">
                  <c:v>1.24972135456</c:v>
                </c:pt>
                <c:pt idx="653">
                  <c:v>1.24983281768</c:v>
                </c:pt>
                <c:pt idx="654">
                  <c:v>1.26176385883</c:v>
                </c:pt>
                <c:pt idx="655">
                  <c:v>1.23579841826</c:v>
                </c:pt>
                <c:pt idx="656">
                  <c:v>1.23326869599</c:v>
                </c:pt>
                <c:pt idx="657">
                  <c:v>1.23026914614</c:v>
                </c:pt>
                <c:pt idx="658">
                  <c:v>1.20956364351</c:v>
                </c:pt>
                <c:pt idx="659">
                  <c:v>1.22310620313</c:v>
                </c:pt>
                <c:pt idx="660">
                  <c:v>1.22843343957</c:v>
                </c:pt>
                <c:pt idx="661">
                  <c:v>1.24103592338</c:v>
                </c:pt>
                <c:pt idx="662">
                  <c:v>1.25148962243</c:v>
                </c:pt>
                <c:pt idx="663">
                  <c:v>1.25802584823</c:v>
                </c:pt>
                <c:pt idx="664">
                  <c:v>1.25988384743</c:v>
                </c:pt>
                <c:pt idx="665">
                  <c:v>1.26039854068</c:v>
                </c:pt>
                <c:pt idx="666">
                  <c:v>1.25666024967</c:v>
                </c:pt>
                <c:pt idx="667">
                  <c:v>1.27810449345</c:v>
                </c:pt>
                <c:pt idx="668">
                  <c:v>1.27589528025</c:v>
                </c:pt>
                <c:pt idx="669">
                  <c:v>1.27908340609</c:v>
                </c:pt>
                <c:pt idx="670">
                  <c:v>1.28274346261</c:v>
                </c:pt>
                <c:pt idx="671">
                  <c:v>1.27991440226</c:v>
                </c:pt>
                <c:pt idx="672">
                  <c:v>1.28498856833</c:v>
                </c:pt>
                <c:pt idx="673">
                  <c:v>1.28312510114</c:v>
                </c:pt>
                <c:pt idx="674">
                  <c:v>1.2882665657</c:v>
                </c:pt>
                <c:pt idx="675">
                  <c:v>1.27672599601</c:v>
                </c:pt>
                <c:pt idx="676">
                  <c:v>1.27726508497</c:v>
                </c:pt>
                <c:pt idx="677">
                  <c:v>1.2749296871</c:v>
                </c:pt>
                <c:pt idx="678">
                  <c:v>1.28651568327</c:v>
                </c:pt>
                <c:pt idx="679">
                  <c:v>1.27488482144</c:v>
                </c:pt>
                <c:pt idx="680">
                  <c:v>1.28694204726</c:v>
                </c:pt>
                <c:pt idx="681">
                  <c:v>1.29585615311</c:v>
                </c:pt>
                <c:pt idx="682">
                  <c:v>1.29358819394</c:v>
                </c:pt>
                <c:pt idx="683">
                  <c:v>1.30133453074</c:v>
                </c:pt>
                <c:pt idx="684">
                  <c:v>1.31197722639</c:v>
                </c:pt>
                <c:pt idx="685">
                  <c:v>1.30178360797</c:v>
                </c:pt>
                <c:pt idx="686">
                  <c:v>1.30744186887</c:v>
                </c:pt>
                <c:pt idx="687">
                  <c:v>1.30755403302</c:v>
                </c:pt>
                <c:pt idx="688">
                  <c:v>1.31258347364</c:v>
                </c:pt>
                <c:pt idx="689">
                  <c:v>1.31042781883</c:v>
                </c:pt>
                <c:pt idx="690">
                  <c:v>1.30973198046</c:v>
                </c:pt>
                <c:pt idx="691">
                  <c:v>1.29776420555</c:v>
                </c:pt>
                <c:pt idx="692">
                  <c:v>1.30057111348</c:v>
                </c:pt>
                <c:pt idx="693">
                  <c:v>1.30012217646</c:v>
                </c:pt>
                <c:pt idx="694">
                  <c:v>1.30414129847</c:v>
                </c:pt>
                <c:pt idx="695">
                  <c:v>1.30625180721</c:v>
                </c:pt>
                <c:pt idx="696">
                  <c:v>1.30229998369</c:v>
                </c:pt>
                <c:pt idx="697">
                  <c:v>1.27677114208</c:v>
                </c:pt>
                <c:pt idx="698">
                  <c:v>1.28215964819</c:v>
                </c:pt>
                <c:pt idx="699">
                  <c:v>1.27939788634</c:v>
                </c:pt>
                <c:pt idx="700">
                  <c:v>1.29486812712</c:v>
                </c:pt>
                <c:pt idx="701">
                  <c:v>1.32706554824</c:v>
                </c:pt>
                <c:pt idx="702">
                  <c:v>1.33732660536</c:v>
                </c:pt>
                <c:pt idx="703">
                  <c:v>1.34311974365</c:v>
                </c:pt>
                <c:pt idx="704">
                  <c:v>1.34439967684</c:v>
                </c:pt>
                <c:pt idx="705">
                  <c:v>1.34022338481</c:v>
                </c:pt>
                <c:pt idx="706">
                  <c:v>1.34087449772</c:v>
                </c:pt>
                <c:pt idx="707">
                  <c:v>1.33225257949</c:v>
                </c:pt>
                <c:pt idx="708">
                  <c:v>1.31518806547</c:v>
                </c:pt>
                <c:pt idx="709">
                  <c:v>1.32057671179</c:v>
                </c:pt>
                <c:pt idx="710">
                  <c:v>1.32540411673</c:v>
                </c:pt>
                <c:pt idx="711">
                  <c:v>1.32585333416</c:v>
                </c:pt>
                <c:pt idx="712">
                  <c:v>1.33297099089</c:v>
                </c:pt>
                <c:pt idx="713">
                  <c:v>1.33710213685</c:v>
                </c:pt>
                <c:pt idx="714">
                  <c:v>1.34163791498</c:v>
                </c:pt>
                <c:pt idx="715">
                  <c:v>1.34864326736</c:v>
                </c:pt>
                <c:pt idx="716">
                  <c:v>1.34455684686</c:v>
                </c:pt>
                <c:pt idx="717">
                  <c:v>1.3529090103</c:v>
                </c:pt>
                <c:pt idx="718">
                  <c:v>1.35533399928</c:v>
                </c:pt>
                <c:pt idx="719">
                  <c:v>1.35596281957</c:v>
                </c:pt>
                <c:pt idx="720">
                  <c:v>1.36438270211</c:v>
                </c:pt>
                <c:pt idx="721">
                  <c:v>1.36213731598</c:v>
                </c:pt>
                <c:pt idx="722">
                  <c:v>1.36471975539</c:v>
                </c:pt>
                <c:pt idx="723">
                  <c:v>1.35769154957</c:v>
                </c:pt>
                <c:pt idx="724">
                  <c:v>1.35347039188</c:v>
                </c:pt>
                <c:pt idx="725">
                  <c:v>1.36393376509</c:v>
                </c:pt>
                <c:pt idx="726">
                  <c:v>1.35690583968</c:v>
                </c:pt>
                <c:pt idx="727">
                  <c:v>1.35663636531</c:v>
                </c:pt>
                <c:pt idx="728">
                  <c:v>1.36242936339</c:v>
                </c:pt>
                <c:pt idx="729">
                  <c:v>1.35681610836</c:v>
                </c:pt>
                <c:pt idx="730">
                  <c:v>1.31637826734</c:v>
                </c:pt>
                <c:pt idx="731">
                  <c:v>1.31597391557</c:v>
                </c:pt>
                <c:pt idx="732">
                  <c:v>1.3317802282</c:v>
                </c:pt>
                <c:pt idx="733">
                  <c:v>1.33975509947</c:v>
                </c:pt>
                <c:pt idx="734">
                  <c:v>1.35369832063</c:v>
                </c:pt>
                <c:pt idx="735">
                  <c:v>1.35484827429</c:v>
                </c:pt>
                <c:pt idx="736">
                  <c:v>1.35671232142</c:v>
                </c:pt>
                <c:pt idx="737">
                  <c:v>1.38139104072</c:v>
                </c:pt>
                <c:pt idx="738">
                  <c:v>1.37873455965</c:v>
                </c:pt>
                <c:pt idx="739">
                  <c:v>1.39257691878</c:v>
                </c:pt>
                <c:pt idx="740">
                  <c:v>1.40532373508</c:v>
                </c:pt>
                <c:pt idx="741">
                  <c:v>1.4132237098</c:v>
                </c:pt>
                <c:pt idx="742">
                  <c:v>1.42093717828</c:v>
                </c:pt>
                <c:pt idx="743">
                  <c:v>1.41678922747</c:v>
                </c:pt>
                <c:pt idx="744">
                  <c:v>1.3967480741</c:v>
                </c:pt>
                <c:pt idx="745">
                  <c:v>1.40874944559</c:v>
                </c:pt>
                <c:pt idx="746">
                  <c:v>1.40243419374</c:v>
                </c:pt>
                <c:pt idx="747">
                  <c:v>1.40996115599</c:v>
                </c:pt>
                <c:pt idx="748">
                  <c:v>1.40245739824</c:v>
                </c:pt>
                <c:pt idx="749">
                  <c:v>1.39301954477</c:v>
                </c:pt>
                <c:pt idx="750">
                  <c:v>1.40236443518</c:v>
                </c:pt>
                <c:pt idx="751">
                  <c:v>1.40805026476</c:v>
                </c:pt>
                <c:pt idx="752">
                  <c:v>1.41294424051</c:v>
                </c:pt>
                <c:pt idx="753">
                  <c:v>1.40001062791</c:v>
                </c:pt>
                <c:pt idx="754">
                  <c:v>1.40951823994</c:v>
                </c:pt>
                <c:pt idx="755">
                  <c:v>1.41059057827</c:v>
                </c:pt>
                <c:pt idx="756">
                  <c:v>1.40604612042</c:v>
                </c:pt>
                <c:pt idx="757">
                  <c:v>1.42089062424</c:v>
                </c:pt>
                <c:pt idx="758">
                  <c:v>1.42082072066</c:v>
                </c:pt>
                <c:pt idx="759">
                  <c:v>1.42499187598</c:v>
                </c:pt>
                <c:pt idx="760">
                  <c:v>1.42834753788</c:v>
                </c:pt>
                <c:pt idx="761">
                  <c:v>1.42240529849</c:v>
                </c:pt>
                <c:pt idx="762">
                  <c:v>1.39807638715</c:v>
                </c:pt>
                <c:pt idx="763">
                  <c:v>1.39171472628</c:v>
                </c:pt>
                <c:pt idx="764">
                  <c:v>1.38479340169</c:v>
                </c:pt>
                <c:pt idx="765">
                  <c:v>1.38549243749</c:v>
                </c:pt>
                <c:pt idx="766">
                  <c:v>1.36337709117</c:v>
                </c:pt>
                <c:pt idx="767">
                  <c:v>1.38465330447</c:v>
                </c:pt>
                <c:pt idx="768">
                  <c:v>1.36039444174</c:v>
                </c:pt>
                <c:pt idx="769">
                  <c:v>1.34429167348</c:v>
                </c:pt>
                <c:pt idx="770">
                  <c:v>1.35873996033</c:v>
                </c:pt>
                <c:pt idx="771">
                  <c:v>1.3346206147</c:v>
                </c:pt>
                <c:pt idx="772">
                  <c:v>1.34210116793</c:v>
                </c:pt>
                <c:pt idx="773">
                  <c:v>1.30635346328</c:v>
                </c:pt>
                <c:pt idx="774">
                  <c:v>1.29549404364</c:v>
                </c:pt>
                <c:pt idx="775">
                  <c:v>1.3023683791</c:v>
                </c:pt>
                <c:pt idx="776">
                  <c:v>1.28500720138</c:v>
                </c:pt>
                <c:pt idx="777">
                  <c:v>1.31155011283</c:v>
                </c:pt>
                <c:pt idx="778">
                  <c:v>1.32166394262</c:v>
                </c:pt>
                <c:pt idx="779">
                  <c:v>1.30737881247</c:v>
                </c:pt>
                <c:pt idx="780">
                  <c:v>1.32161738858</c:v>
                </c:pt>
                <c:pt idx="781">
                  <c:v>1.3177954611</c:v>
                </c:pt>
                <c:pt idx="782">
                  <c:v>1.31822996551</c:v>
                </c:pt>
                <c:pt idx="783">
                  <c:v>1.34183779677</c:v>
                </c:pt>
                <c:pt idx="784">
                  <c:v>1.34506336839</c:v>
                </c:pt>
                <c:pt idx="785">
                  <c:v>1.32900555887</c:v>
                </c:pt>
                <c:pt idx="786">
                  <c:v>1.32547615322</c:v>
                </c:pt>
                <c:pt idx="787">
                  <c:v>1.29878328263</c:v>
                </c:pt>
                <c:pt idx="788">
                  <c:v>1.30750179637</c:v>
                </c:pt>
                <c:pt idx="789">
                  <c:v>1.31119464877</c:v>
                </c:pt>
                <c:pt idx="790">
                  <c:v>1.31949243577</c:v>
                </c:pt>
                <c:pt idx="791">
                  <c:v>1.25446687835</c:v>
                </c:pt>
                <c:pt idx="792">
                  <c:v>1.18102656872</c:v>
                </c:pt>
                <c:pt idx="793">
                  <c:v>1.17892300756</c:v>
                </c:pt>
                <c:pt idx="794">
                  <c:v>1.16045773034</c:v>
                </c:pt>
                <c:pt idx="795">
                  <c:v>1.28232824094</c:v>
                </c:pt>
                <c:pt idx="796">
                  <c:v>1.22613779991</c:v>
                </c:pt>
                <c:pt idx="797">
                  <c:v>1.24801588013</c:v>
                </c:pt>
                <c:pt idx="798">
                  <c:v>1.26012326721</c:v>
                </c:pt>
                <c:pt idx="799">
                  <c:v>1.25659371653</c:v>
                </c:pt>
                <c:pt idx="800">
                  <c:v>1.22866216031</c:v>
                </c:pt>
                <c:pt idx="801">
                  <c:v>1.23041511585</c:v>
                </c:pt>
                <c:pt idx="802">
                  <c:v>1.2011280538</c:v>
                </c:pt>
                <c:pt idx="803">
                  <c:v>1.23237865231</c:v>
                </c:pt>
                <c:pt idx="804">
                  <c:v>1.25147494712</c:v>
                </c:pt>
                <c:pt idx="805">
                  <c:v>1.27781699454</c:v>
                </c:pt>
                <c:pt idx="806">
                  <c:v>1.28704963316</c:v>
                </c:pt>
                <c:pt idx="807">
                  <c:v>1.2875404085</c:v>
                </c:pt>
                <c:pt idx="808">
                  <c:v>1.29565125418</c:v>
                </c:pt>
                <c:pt idx="809">
                  <c:v>1.29616552409</c:v>
                </c:pt>
                <c:pt idx="810">
                  <c:v>1.30535117357</c:v>
                </c:pt>
                <c:pt idx="811">
                  <c:v>1.32472838795</c:v>
                </c:pt>
                <c:pt idx="812">
                  <c:v>1.31713181217</c:v>
                </c:pt>
                <c:pt idx="813">
                  <c:v>1.30612257843</c:v>
                </c:pt>
                <c:pt idx="814">
                  <c:v>1.3116153755</c:v>
                </c:pt>
                <c:pt idx="815">
                  <c:v>1.32075461597</c:v>
                </c:pt>
                <c:pt idx="816">
                  <c:v>1.31907170903</c:v>
                </c:pt>
                <c:pt idx="817">
                  <c:v>1.36266369758</c:v>
                </c:pt>
                <c:pt idx="818">
                  <c:v>1.37166255078</c:v>
                </c:pt>
                <c:pt idx="819">
                  <c:v>1.37341550632</c:v>
                </c:pt>
                <c:pt idx="820">
                  <c:v>1.38012392956</c:v>
                </c:pt>
                <c:pt idx="821">
                  <c:v>1.38886579282</c:v>
                </c:pt>
                <c:pt idx="822">
                  <c:v>1.39038481792</c:v>
                </c:pt>
                <c:pt idx="823">
                  <c:v>1.38571012478</c:v>
                </c:pt>
                <c:pt idx="824">
                  <c:v>1.3623595735</c:v>
                </c:pt>
                <c:pt idx="825">
                  <c:v>1.362897483</c:v>
                </c:pt>
                <c:pt idx="826">
                  <c:v>1.35359450573</c:v>
                </c:pt>
                <c:pt idx="827">
                  <c:v>1.38173678788</c:v>
                </c:pt>
                <c:pt idx="828">
                  <c:v>1.37374268988</c:v>
                </c:pt>
                <c:pt idx="829">
                  <c:v>1.37916543835</c:v>
                </c:pt>
                <c:pt idx="830">
                  <c:v>1.37762277366</c:v>
                </c:pt>
                <c:pt idx="831">
                  <c:v>1.38538279619</c:v>
                </c:pt>
                <c:pt idx="832">
                  <c:v>1.39328320599</c:v>
                </c:pt>
                <c:pt idx="833">
                  <c:v>1.39290932335</c:v>
                </c:pt>
                <c:pt idx="834">
                  <c:v>1.38617755058</c:v>
                </c:pt>
                <c:pt idx="835">
                  <c:v>1.40041235596</c:v>
                </c:pt>
                <c:pt idx="836">
                  <c:v>1.40167439113</c:v>
                </c:pt>
                <c:pt idx="837">
                  <c:v>1.4096215</c:v>
                </c:pt>
                <c:pt idx="838">
                  <c:v>1.40560117398</c:v>
                </c:pt>
                <c:pt idx="839">
                  <c:v>1.4111873692</c:v>
                </c:pt>
                <c:pt idx="840">
                  <c:v>1.39541018919</c:v>
                </c:pt>
                <c:pt idx="841">
                  <c:v>1.40868664839</c:v>
                </c:pt>
                <c:pt idx="842">
                  <c:v>1.39664901986</c:v>
                </c:pt>
                <c:pt idx="843">
                  <c:v>1.39643872901</c:v>
                </c:pt>
                <c:pt idx="844">
                  <c:v>1.39315906187</c:v>
                </c:pt>
                <c:pt idx="845">
                  <c:v>1.40692020523</c:v>
                </c:pt>
                <c:pt idx="846">
                  <c:v>1.42246243959</c:v>
                </c:pt>
                <c:pt idx="847">
                  <c:v>1.42325965947</c:v>
                </c:pt>
                <c:pt idx="848">
                  <c:v>1.43439477767</c:v>
                </c:pt>
                <c:pt idx="849">
                  <c:v>1.44152146216</c:v>
                </c:pt>
                <c:pt idx="850">
                  <c:v>1.44841363609</c:v>
                </c:pt>
                <c:pt idx="851">
                  <c:v>1.44794490503</c:v>
                </c:pt>
                <c:pt idx="852">
                  <c:v>1.45450902523</c:v>
                </c:pt>
                <c:pt idx="853">
                  <c:v>1.46597248722</c:v>
                </c:pt>
                <c:pt idx="854">
                  <c:v>1.4550478049</c:v>
                </c:pt>
                <c:pt idx="855">
                  <c:v>1.45425102011</c:v>
                </c:pt>
                <c:pt idx="856">
                  <c:v>1.46297156424</c:v>
                </c:pt>
                <c:pt idx="857">
                  <c:v>1.4670976158</c:v>
                </c:pt>
                <c:pt idx="858">
                  <c:v>1.46194026889</c:v>
                </c:pt>
                <c:pt idx="859">
                  <c:v>1.46473003085</c:v>
                </c:pt>
                <c:pt idx="860">
                  <c:v>1.45847075987</c:v>
                </c:pt>
                <c:pt idx="861">
                  <c:v>1.46334675213</c:v>
                </c:pt>
                <c:pt idx="862">
                  <c:v>1.47230195184</c:v>
                </c:pt>
                <c:pt idx="863">
                  <c:v>1.47122352233</c:v>
                </c:pt>
                <c:pt idx="864">
                  <c:v>1.4740132843</c:v>
                </c:pt>
                <c:pt idx="865">
                  <c:v>1.47422415526</c:v>
                </c:pt>
                <c:pt idx="866">
                  <c:v>1.48676633681</c:v>
                </c:pt>
                <c:pt idx="867">
                  <c:v>1.48725841741</c:v>
                </c:pt>
                <c:pt idx="868">
                  <c:v>1.4935408929</c:v>
                </c:pt>
                <c:pt idx="869">
                  <c:v>1.49316599506</c:v>
                </c:pt>
                <c:pt idx="870">
                  <c:v>1.48922760996</c:v>
                </c:pt>
                <c:pt idx="871">
                  <c:v>1.48735239567</c:v>
                </c:pt>
                <c:pt idx="872">
                  <c:v>1.48177287174</c:v>
                </c:pt>
                <c:pt idx="873">
                  <c:v>1.45748601857</c:v>
                </c:pt>
                <c:pt idx="874">
                  <c:v>1.47963950729</c:v>
                </c:pt>
                <c:pt idx="875">
                  <c:v>1.47213763492</c:v>
                </c:pt>
                <c:pt idx="876">
                  <c:v>1.48341372051</c:v>
                </c:pt>
                <c:pt idx="877">
                  <c:v>1.48217126413</c:v>
                </c:pt>
                <c:pt idx="878">
                  <c:v>1.49372870438</c:v>
                </c:pt>
                <c:pt idx="879">
                  <c:v>1.49077491555</c:v>
                </c:pt>
                <c:pt idx="880">
                  <c:v>1.50664549371</c:v>
                </c:pt>
                <c:pt idx="881">
                  <c:v>1.51180313067</c:v>
                </c:pt>
                <c:pt idx="882">
                  <c:v>1.51194366297</c:v>
                </c:pt>
                <c:pt idx="883">
                  <c:v>1.50840396032</c:v>
                </c:pt>
                <c:pt idx="884">
                  <c:v>1.50807547151</c:v>
                </c:pt>
                <c:pt idx="885">
                  <c:v>1.4998939971</c:v>
                </c:pt>
                <c:pt idx="886">
                  <c:v>1.49590891293</c:v>
                </c:pt>
                <c:pt idx="887">
                  <c:v>1.48990735701</c:v>
                </c:pt>
                <c:pt idx="888">
                  <c:v>1.51278758192</c:v>
                </c:pt>
                <c:pt idx="889">
                  <c:v>1.50612991855</c:v>
                </c:pt>
                <c:pt idx="890">
                  <c:v>1.51243603363</c:v>
                </c:pt>
                <c:pt idx="891">
                  <c:v>1.51588204808</c:v>
                </c:pt>
                <c:pt idx="892">
                  <c:v>1.52125041098</c:v>
                </c:pt>
                <c:pt idx="893">
                  <c:v>1.5121780285</c:v>
                </c:pt>
                <c:pt idx="894">
                  <c:v>1.50097242661</c:v>
                </c:pt>
                <c:pt idx="895">
                  <c:v>1.50910705691</c:v>
                </c:pt>
                <c:pt idx="896">
                  <c:v>1.5217194321</c:v>
                </c:pt>
                <c:pt idx="897">
                  <c:v>1.51731202588</c:v>
                </c:pt>
                <c:pt idx="898">
                  <c:v>1.52103954002</c:v>
                </c:pt>
                <c:pt idx="899">
                  <c:v>1.52455589313</c:v>
                </c:pt>
                <c:pt idx="900">
                  <c:v>1.52896329935</c:v>
                </c:pt>
                <c:pt idx="901">
                  <c:v>1.54166921771</c:v>
                </c:pt>
                <c:pt idx="902">
                  <c:v>1.54115349752</c:v>
                </c:pt>
                <c:pt idx="903">
                  <c:v>1.54935846649</c:v>
                </c:pt>
                <c:pt idx="904">
                  <c:v>1.54722524707</c:v>
                </c:pt>
                <c:pt idx="905">
                  <c:v>1.54530289862</c:v>
                </c:pt>
                <c:pt idx="906">
                  <c:v>1.55252312628</c:v>
                </c:pt>
                <c:pt idx="907">
                  <c:v>1.56021252009</c:v>
                </c:pt>
                <c:pt idx="908">
                  <c:v>1.56759401908</c:v>
                </c:pt>
                <c:pt idx="909">
                  <c:v>1.55906070633</c:v>
                </c:pt>
                <c:pt idx="910">
                  <c:v>1.55410045271</c:v>
                </c:pt>
                <c:pt idx="911">
                  <c:v>1.54693083988</c:v>
                </c:pt>
                <c:pt idx="912">
                  <c:v>1.55579322156</c:v>
                </c:pt>
                <c:pt idx="913">
                  <c:v>1.56016553096</c:v>
                </c:pt>
                <c:pt idx="914">
                  <c:v>1.56604250767</c:v>
                </c:pt>
                <c:pt idx="915">
                  <c:v>1.57137896438</c:v>
                </c:pt>
                <c:pt idx="916">
                  <c:v>1.57318862594</c:v>
                </c:pt>
                <c:pt idx="917">
                  <c:v>1.57316556646</c:v>
                </c:pt>
                <c:pt idx="918">
                  <c:v>1.57880716244</c:v>
                </c:pt>
                <c:pt idx="919">
                  <c:v>1.57295382532</c:v>
                </c:pt>
                <c:pt idx="920">
                  <c:v>1.58233337747</c:v>
                </c:pt>
                <c:pt idx="921">
                  <c:v>1.57774932694</c:v>
                </c:pt>
                <c:pt idx="922">
                  <c:v>1.53510625773</c:v>
                </c:pt>
                <c:pt idx="923">
                  <c:v>1.55866086365</c:v>
                </c:pt>
                <c:pt idx="924">
                  <c:v>1.55675678875</c:v>
                </c:pt>
                <c:pt idx="925">
                  <c:v>1.56366825143</c:v>
                </c:pt>
                <c:pt idx="926">
                  <c:v>1.55301926767</c:v>
                </c:pt>
                <c:pt idx="927">
                  <c:v>1.56183451519</c:v>
                </c:pt>
                <c:pt idx="928">
                  <c:v>1.57807854089</c:v>
                </c:pt>
                <c:pt idx="929">
                  <c:v>1.5780549013</c:v>
                </c:pt>
                <c:pt idx="930">
                  <c:v>1.5698508025</c:v>
                </c:pt>
                <c:pt idx="931">
                  <c:v>1.57915972593</c:v>
                </c:pt>
                <c:pt idx="932">
                  <c:v>1.59206563815</c:v>
                </c:pt>
                <c:pt idx="933">
                  <c:v>1.61084823701</c:v>
                </c:pt>
                <c:pt idx="934">
                  <c:v>1.61512671319</c:v>
                </c:pt>
                <c:pt idx="935">
                  <c:v>1.61590275895</c:v>
                </c:pt>
                <c:pt idx="936">
                  <c:v>1.5981307164</c:v>
                </c:pt>
                <c:pt idx="937">
                  <c:v>1.60337290479</c:v>
                </c:pt>
                <c:pt idx="938">
                  <c:v>1.60638194935</c:v>
                </c:pt>
                <c:pt idx="939">
                  <c:v>1.5873404752</c:v>
                </c:pt>
                <c:pt idx="940">
                  <c:v>1.59284139385</c:v>
                </c:pt>
                <c:pt idx="941">
                  <c:v>1.57575127378</c:v>
                </c:pt>
                <c:pt idx="942">
                  <c:v>1.57730249513</c:v>
                </c:pt>
                <c:pt idx="943">
                  <c:v>1.60191522661</c:v>
                </c:pt>
                <c:pt idx="944">
                  <c:v>1.60558255406</c:v>
                </c:pt>
                <c:pt idx="945">
                  <c:v>1.60647592761</c:v>
                </c:pt>
                <c:pt idx="946">
                  <c:v>1.57981815385</c:v>
                </c:pt>
                <c:pt idx="947">
                  <c:v>1.57955942358</c:v>
                </c:pt>
                <c:pt idx="948">
                  <c:v>1.56484355975</c:v>
                </c:pt>
                <c:pt idx="949">
                  <c:v>1.5517027019</c:v>
                </c:pt>
                <c:pt idx="950">
                  <c:v>1.55769744149</c:v>
                </c:pt>
                <c:pt idx="951">
                  <c:v>1.53395444397</c:v>
                </c:pt>
                <c:pt idx="952">
                  <c:v>1.54923461243</c:v>
                </c:pt>
                <c:pt idx="953">
                  <c:v>1.57203695721</c:v>
                </c:pt>
                <c:pt idx="954">
                  <c:v>1.58682344975</c:v>
                </c:pt>
                <c:pt idx="955">
                  <c:v>1.59777815291</c:v>
                </c:pt>
                <c:pt idx="956">
                  <c:v>1.6064995672</c:v>
                </c:pt>
                <c:pt idx="957">
                  <c:v>1.59916505734</c:v>
                </c:pt>
                <c:pt idx="958">
                  <c:v>1.60212696775</c:v>
                </c:pt>
                <c:pt idx="959">
                  <c:v>1.60767487553</c:v>
                </c:pt>
                <c:pt idx="960">
                  <c:v>1.60885032888</c:v>
                </c:pt>
                <c:pt idx="961">
                  <c:v>1.61190621755</c:v>
                </c:pt>
                <c:pt idx="962">
                  <c:v>1.6070637268</c:v>
                </c:pt>
                <c:pt idx="963">
                  <c:v>1.60567667734</c:v>
                </c:pt>
                <c:pt idx="964">
                  <c:v>1.61632580613</c:v>
                </c:pt>
                <c:pt idx="965">
                  <c:v>1.62008682178</c:v>
                </c:pt>
                <c:pt idx="966">
                  <c:v>1.60266763278</c:v>
                </c:pt>
                <c:pt idx="967">
                  <c:v>1.60024624238</c:v>
                </c:pt>
                <c:pt idx="968">
                  <c:v>1.59587393298</c:v>
                </c:pt>
                <c:pt idx="969">
                  <c:v>1.57831363156</c:v>
                </c:pt>
                <c:pt idx="970">
                  <c:v>1.59023204694</c:v>
                </c:pt>
                <c:pt idx="971">
                  <c:v>1.60464494691</c:v>
                </c:pt>
                <c:pt idx="972">
                  <c:v>1.61464159394</c:v>
                </c:pt>
                <c:pt idx="973">
                  <c:v>1.6220213526</c:v>
                </c:pt>
                <c:pt idx="974">
                  <c:v>1.6265876421</c:v>
                </c:pt>
              </c:numCache>
            </c:numRef>
          </c:yVal>
        </c:ser>
        <c:ser>
          <c:idx val="2"/>
          <c:order val="2"/>
          <c:tx>
            <c:v>QQQ</c:v>
          </c:tx>
          <c:spPr>
            <a:ln xmlns:a="http://schemas.openxmlformats.org/drawingml/2006/main" w="19050">
              <a:solidFill>
                <a:srgbClr val="858580"/>
              </a:solidFill>
              <a:prstDash val="dash"/>
            </a:ln>
          </c:spPr>
          <c:marker>
            <c:symbol val="none"/>
          </c:marker>
          <c:xVal>
            <c:numRef>
              <c:f>'Chart Data'!$E$2:$E$976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Data'!$F$2:$F$976</c:f>
              <c:numCache>
                <c:formatCode>$0.0</c:formatCode>
                <c:ptCount val="975"/>
                <c:pt idx="0">
                  <c:v>0.988474806841</c:v>
                </c:pt>
                <c:pt idx="1">
                  <c:v>0.989125282703</c:v>
                </c:pt>
                <c:pt idx="2">
                  <c:v>1.00398416168</c:v>
                </c:pt>
                <c:pt idx="3">
                  <c:v>1.00796538448</c:v>
                </c:pt>
                <c:pt idx="4">
                  <c:v>0.982749965503</c:v>
                </c:pt>
                <c:pt idx="5">
                  <c:v>0.988865174076</c:v>
                </c:pt>
                <c:pt idx="6">
                  <c:v>0.964248176545</c:v>
                </c:pt>
                <c:pt idx="7">
                  <c:v>0.95365735082</c:v>
                </c:pt>
                <c:pt idx="8">
                  <c:v>0.941270770436</c:v>
                </c:pt>
                <c:pt idx="9">
                  <c:v>0.915170671594</c:v>
                </c:pt>
                <c:pt idx="10">
                  <c:v>0.919360112053</c:v>
                </c:pt>
                <c:pt idx="11">
                  <c:v>0.89804795684</c:v>
                </c:pt>
                <c:pt idx="12">
                  <c:v>0.896642896289</c:v>
                </c:pt>
                <c:pt idx="13">
                  <c:v>0.88761337607</c:v>
                </c:pt>
                <c:pt idx="14">
                  <c:v>0.915456848286</c:v>
                </c:pt>
                <c:pt idx="15">
                  <c:v>0.944731694273</c:v>
                </c:pt>
                <c:pt idx="16">
                  <c:v>0.95115931104</c:v>
                </c:pt>
                <c:pt idx="17">
                  <c:v>0.958887879533</c:v>
                </c:pt>
                <c:pt idx="18">
                  <c:v>0.920010751352</c:v>
                </c:pt>
                <c:pt idx="19">
                  <c:v>0.931616760701</c:v>
                </c:pt>
                <c:pt idx="20">
                  <c:v>0.92412223277</c:v>
                </c:pt>
                <c:pt idx="21">
                  <c:v>0.934505085999</c:v>
                </c:pt>
                <c:pt idx="22">
                  <c:v>0.954307826683</c:v>
                </c:pt>
                <c:pt idx="23">
                  <c:v>0.932709413058</c:v>
                </c:pt>
                <c:pt idx="24">
                  <c:v>0.903122404032</c:v>
                </c:pt>
                <c:pt idx="25">
                  <c:v>0.904241369609</c:v>
                </c:pt>
                <c:pt idx="26">
                  <c:v>0.926724299658</c:v>
                </c:pt>
                <c:pt idx="27">
                  <c:v>0.926490177378</c:v>
                </c:pt>
                <c:pt idx="28">
                  <c:v>0.898933045291</c:v>
                </c:pt>
                <c:pt idx="29">
                  <c:v>0.888680123798</c:v>
                </c:pt>
                <c:pt idx="30">
                  <c:v>0.879754548969</c:v>
                </c:pt>
                <c:pt idx="31">
                  <c:v>0.857219401071</c:v>
                </c:pt>
                <c:pt idx="32">
                  <c:v>0.88602592078</c:v>
                </c:pt>
                <c:pt idx="33">
                  <c:v>0.899765670739</c:v>
                </c:pt>
                <c:pt idx="34">
                  <c:v>0.902445696668</c:v>
                </c:pt>
                <c:pt idx="35">
                  <c:v>0.888627987667</c:v>
                </c:pt>
                <c:pt idx="36">
                  <c:v>0.903538594179</c:v>
                </c:pt>
                <c:pt idx="37">
                  <c:v>0.890631959977</c:v>
                </c:pt>
                <c:pt idx="38">
                  <c:v>0.87772467203</c:v>
                </c:pt>
                <c:pt idx="39">
                  <c:v>0.845353364813</c:v>
                </c:pt>
                <c:pt idx="40">
                  <c:v>0.84142403298</c:v>
                </c:pt>
                <c:pt idx="41">
                  <c:v>0.871713735718</c:v>
                </c:pt>
                <c:pt idx="42">
                  <c:v>0.862033412764</c:v>
                </c:pt>
                <c:pt idx="43">
                  <c:v>0.84415619504</c:v>
                </c:pt>
                <c:pt idx="44">
                  <c:v>0.827944800239</c:v>
                </c:pt>
                <c:pt idx="45">
                  <c:v>0.853914803908</c:v>
                </c:pt>
                <c:pt idx="46">
                  <c:v>0.885583580849</c:v>
                </c:pt>
                <c:pt idx="47">
                  <c:v>0.896304665184</c:v>
                </c:pt>
                <c:pt idx="48">
                  <c:v>0.914650209185</c:v>
                </c:pt>
                <c:pt idx="49">
                  <c:v>0.912107387901</c:v>
                </c:pt>
                <c:pt idx="50">
                  <c:v>0.93003273757</c:v>
                </c:pt>
                <c:pt idx="51">
                  <c:v>0.916666847796</c:v>
                </c:pt>
                <c:pt idx="52">
                  <c:v>0.937041369838</c:v>
                </c:pt>
                <c:pt idx="53">
                  <c:v>0.93625965475</c:v>
                </c:pt>
                <c:pt idx="54">
                  <c:v>0.950745817589</c:v>
                </c:pt>
                <c:pt idx="55">
                  <c:v>0.9671078188</c:v>
                </c:pt>
                <c:pt idx="56">
                  <c:v>0.95642555055</c:v>
                </c:pt>
                <c:pt idx="57">
                  <c:v>0.944570791386</c:v>
                </c:pt>
                <c:pt idx="58">
                  <c:v>0.94277323893</c:v>
                </c:pt>
                <c:pt idx="59">
                  <c:v>0.962183405989</c:v>
                </c:pt>
                <c:pt idx="60">
                  <c:v>0.940819114645</c:v>
                </c:pt>
                <c:pt idx="61">
                  <c:v>0.920392619909</c:v>
                </c:pt>
                <c:pt idx="62">
                  <c:v>0.922581029909</c:v>
                </c:pt>
                <c:pt idx="63">
                  <c:v>0.909684365312</c:v>
                </c:pt>
                <c:pt idx="64">
                  <c:v>0.888163502139</c:v>
                </c:pt>
                <c:pt idx="65">
                  <c:v>0.884411825398</c:v>
                </c:pt>
                <c:pt idx="66">
                  <c:v>0.902389147761</c:v>
                </c:pt>
                <c:pt idx="67">
                  <c:v>0.881754026784</c:v>
                </c:pt>
                <c:pt idx="68">
                  <c:v>0.882431714765</c:v>
                </c:pt>
                <c:pt idx="69">
                  <c:v>0.902154616891</c:v>
                </c:pt>
                <c:pt idx="70">
                  <c:v>0.888997189922</c:v>
                </c:pt>
                <c:pt idx="71">
                  <c:v>0.870602860231</c:v>
                </c:pt>
                <c:pt idx="72">
                  <c:v>0.847805479036</c:v>
                </c:pt>
                <c:pt idx="73">
                  <c:v>0.858695964936</c:v>
                </c:pt>
                <c:pt idx="74">
                  <c:v>0.826284534145</c:v>
                </c:pt>
                <c:pt idx="75">
                  <c:v>0.825294601406</c:v>
                </c:pt>
                <c:pt idx="76">
                  <c:v>0.854605811935</c:v>
                </c:pt>
                <c:pt idx="77">
                  <c:v>0.816149531832</c:v>
                </c:pt>
                <c:pt idx="78">
                  <c:v>0.829775857105</c:v>
                </c:pt>
                <c:pt idx="79">
                  <c:v>0.830661681019</c:v>
                </c:pt>
                <c:pt idx="80">
                  <c:v>0.858748264503</c:v>
                </c:pt>
                <c:pt idx="81">
                  <c:v>0.815497993634</c:v>
                </c:pt>
                <c:pt idx="82">
                  <c:v>0.8057277808</c:v>
                </c:pt>
                <c:pt idx="83">
                  <c:v>0.774202255641</c:v>
                </c:pt>
                <c:pt idx="84">
                  <c:v>0.783607760715</c:v>
                </c:pt>
                <c:pt idx="85">
                  <c:v>0.760367467563</c:v>
                </c:pt>
                <c:pt idx="86">
                  <c:v>0.758569506516</c:v>
                </c:pt>
                <c:pt idx="87">
                  <c:v>0.786682239783</c:v>
                </c:pt>
                <c:pt idx="88">
                  <c:v>0.777563238275</c:v>
                </c:pt>
                <c:pt idx="89">
                  <c:v>0.797703147728</c:v>
                </c:pt>
                <c:pt idx="90">
                  <c:v>0.758543765323</c:v>
                </c:pt>
                <c:pt idx="91">
                  <c:v>0.754479026643</c:v>
                </c:pt>
                <c:pt idx="92">
                  <c:v>0.752134126532</c:v>
                </c:pt>
                <c:pt idx="93">
                  <c:v>0.764640260458</c:v>
                </c:pt>
                <c:pt idx="94">
                  <c:v>0.748382204636</c:v>
                </c:pt>
                <c:pt idx="95">
                  <c:v>0.758856255235</c:v>
                </c:pt>
                <c:pt idx="96">
                  <c:v>0.779881988602</c:v>
                </c:pt>
                <c:pt idx="97">
                  <c:v>0.805337086692</c:v>
                </c:pt>
                <c:pt idx="98">
                  <c:v>0.80320048595</c:v>
                </c:pt>
                <c:pt idx="99">
                  <c:v>0.797260154053</c:v>
                </c:pt>
                <c:pt idx="100">
                  <c:v>0.819093752292</c:v>
                </c:pt>
                <c:pt idx="101">
                  <c:v>0.797781351924</c:v>
                </c:pt>
                <c:pt idx="102">
                  <c:v>0.800438905383</c:v>
                </c:pt>
                <c:pt idx="103">
                  <c:v>0.807343101954</c:v>
                </c:pt>
                <c:pt idx="104">
                  <c:v>0.801533028666</c:v>
                </c:pt>
                <c:pt idx="105">
                  <c:v>0.780064301624</c:v>
                </c:pt>
                <c:pt idx="106">
                  <c:v>0.75255113386</c:v>
                </c:pt>
                <c:pt idx="107">
                  <c:v>0.717560108652</c:v>
                </c:pt>
                <c:pt idx="108">
                  <c:v>0.718863021611</c:v>
                </c:pt>
                <c:pt idx="109">
                  <c:v>0.736814275909</c:v>
                </c:pt>
                <c:pt idx="110">
                  <c:v>0.707086548361</c:v>
                </c:pt>
                <c:pt idx="111">
                  <c:v>0.715684433717</c:v>
                </c:pt>
                <c:pt idx="112">
                  <c:v>0.733740695739</c:v>
                </c:pt>
                <c:pt idx="113">
                  <c:v>0.732670515853</c:v>
                </c:pt>
                <c:pt idx="114">
                  <c:v>0.743582166733</c:v>
                </c:pt>
                <c:pt idx="115">
                  <c:v>0.769059819012</c:v>
                </c:pt>
                <c:pt idx="116">
                  <c:v>0.763421353678</c:v>
                </c:pt>
                <c:pt idx="117">
                  <c:v>0.740162428805</c:v>
                </c:pt>
                <c:pt idx="118">
                  <c:v>0.740841015685</c:v>
                </c:pt>
                <c:pt idx="119">
                  <c:v>0.731652226942</c:v>
                </c:pt>
                <c:pt idx="120">
                  <c:v>0.736481683351</c:v>
                </c:pt>
                <c:pt idx="121">
                  <c:v>0.749090128305</c:v>
                </c:pt>
                <c:pt idx="122">
                  <c:v>0.753893189776</c:v>
                </c:pt>
                <c:pt idx="123">
                  <c:v>0.770025808355</c:v>
                </c:pt>
                <c:pt idx="124">
                  <c:v>0.770991470826</c:v>
                </c:pt>
                <c:pt idx="125">
                  <c:v>0.754519722244</c:v>
                </c:pt>
                <c:pt idx="126">
                  <c:v>0.747210694339</c:v>
                </c:pt>
                <c:pt idx="127">
                  <c:v>0.745670390377</c:v>
                </c:pt>
                <c:pt idx="128">
                  <c:v>0.748333010356</c:v>
                </c:pt>
                <c:pt idx="129">
                  <c:v>0.761907362935</c:v>
                </c:pt>
                <c:pt idx="130">
                  <c:v>0.755459561804</c:v>
                </c:pt>
                <c:pt idx="131">
                  <c:v>0.77869241861</c:v>
                </c:pt>
                <c:pt idx="132">
                  <c:v>0.79103977432</c:v>
                </c:pt>
                <c:pt idx="133">
                  <c:v>0.802395317774</c:v>
                </c:pt>
                <c:pt idx="134">
                  <c:v>0.788324854773</c:v>
                </c:pt>
                <c:pt idx="135">
                  <c:v>0.783835018676</c:v>
                </c:pt>
                <c:pt idx="136">
                  <c:v>0.768433286544</c:v>
                </c:pt>
                <c:pt idx="137">
                  <c:v>0.800906986507</c:v>
                </c:pt>
                <c:pt idx="138">
                  <c:v>0.808738356336</c:v>
                </c:pt>
                <c:pt idx="139">
                  <c:v>0.823487487935</c:v>
                </c:pt>
                <c:pt idx="140">
                  <c:v>0.822991459231</c:v>
                </c:pt>
                <c:pt idx="141">
                  <c:v>0.820537710646</c:v>
                </c:pt>
                <c:pt idx="142">
                  <c:v>0.84288302746</c:v>
                </c:pt>
                <c:pt idx="143">
                  <c:v>0.846824535285</c:v>
                </c:pt>
                <c:pt idx="144">
                  <c:v>0.839907100387</c:v>
                </c:pt>
                <c:pt idx="145">
                  <c:v>0.837192262559</c:v>
                </c:pt>
                <c:pt idx="146">
                  <c:v>0.827716398224</c:v>
                </c:pt>
                <c:pt idx="147">
                  <c:v>0.850818506114</c:v>
                </c:pt>
                <c:pt idx="148">
                  <c:v>0.845989294859</c:v>
                </c:pt>
                <c:pt idx="149">
                  <c:v>0.862461288596</c:v>
                </c:pt>
                <c:pt idx="150">
                  <c:v>0.869431268215</c:v>
                </c:pt>
                <c:pt idx="151">
                  <c:v>0.867395017266</c:v>
                </c:pt>
                <c:pt idx="152">
                  <c:v>0.857501164988</c:v>
                </c:pt>
                <c:pt idx="153">
                  <c:v>0.859563729156</c:v>
                </c:pt>
                <c:pt idx="154">
                  <c:v>0.842804496391</c:v>
                </c:pt>
                <c:pt idx="155">
                  <c:v>0.82061599656</c:v>
                </c:pt>
                <c:pt idx="156">
                  <c:v>0.819937082808</c:v>
                </c:pt>
                <c:pt idx="157">
                  <c:v>0.822312872351</c:v>
                </c:pt>
                <c:pt idx="158">
                  <c:v>0.836852723964</c:v>
                </c:pt>
                <c:pt idx="159">
                  <c:v>0.802551889603</c:v>
                </c:pt>
                <c:pt idx="160">
                  <c:v>0.794642397296</c:v>
                </c:pt>
                <c:pt idx="161">
                  <c:v>0.785792656838</c:v>
                </c:pt>
                <c:pt idx="162">
                  <c:v>0.781224371391</c:v>
                </c:pt>
                <c:pt idx="163">
                  <c:v>0.781563746549</c:v>
                </c:pt>
                <c:pt idx="164">
                  <c:v>0.77052183706</c:v>
                </c:pt>
                <c:pt idx="165">
                  <c:v>0.764987480551</c:v>
                </c:pt>
                <c:pt idx="166">
                  <c:v>0.780441430532</c:v>
                </c:pt>
                <c:pt idx="167">
                  <c:v>0.784487700927</c:v>
                </c:pt>
                <c:pt idx="168">
                  <c:v>0.801638281544</c:v>
                </c:pt>
                <c:pt idx="169">
                  <c:v>0.811166282009</c:v>
                </c:pt>
                <c:pt idx="170">
                  <c:v>0.766684519777</c:v>
                </c:pt>
                <c:pt idx="171">
                  <c:v>0.772766632531</c:v>
                </c:pt>
                <c:pt idx="172">
                  <c:v>0.759897343488</c:v>
                </c:pt>
                <c:pt idx="173">
                  <c:v>0.75525060869</c:v>
                </c:pt>
                <c:pt idx="174">
                  <c:v>0.761132103574</c:v>
                </c:pt>
                <c:pt idx="175">
                  <c:v>0.755064945228</c:v>
                </c:pt>
                <c:pt idx="176">
                  <c:v>0.741545016886</c:v>
                </c:pt>
                <c:pt idx="177">
                  <c:v>0.732418007006</c:v>
                </c:pt>
                <c:pt idx="178">
                  <c:v>0.720493133736</c:v>
                </c:pt>
                <c:pt idx="179">
                  <c:v>0.71751181327</c:v>
                </c:pt>
                <c:pt idx="180">
                  <c:v>0.717799460888</c:v>
                </c:pt>
                <c:pt idx="181">
                  <c:v>0.732078223258</c:v>
                </c:pt>
                <c:pt idx="182">
                  <c:v>0.71097404054</c:v>
                </c:pt>
                <c:pt idx="183">
                  <c:v>0.698918254916</c:v>
                </c:pt>
                <c:pt idx="184">
                  <c:v>0.715315149744</c:v>
                </c:pt>
                <c:pt idx="185">
                  <c:v>0.737805270983</c:v>
                </c:pt>
                <c:pt idx="186">
                  <c:v>0.737412779078</c:v>
                </c:pt>
                <c:pt idx="187">
                  <c:v>0.731607527156</c:v>
                </c:pt>
                <c:pt idx="188">
                  <c:v>0.703730060222</c:v>
                </c:pt>
                <c:pt idx="189">
                  <c:v>0.696695441607</c:v>
                </c:pt>
                <c:pt idx="190">
                  <c:v>0.687124212281</c:v>
                </c:pt>
                <c:pt idx="191">
                  <c:v>0.686888782512</c:v>
                </c:pt>
                <c:pt idx="192">
                  <c:v>0.702997866286</c:v>
                </c:pt>
                <c:pt idx="193">
                  <c:v>0.681867533785</c:v>
                </c:pt>
                <c:pt idx="194">
                  <c:v>0.704383968244</c:v>
                </c:pt>
                <c:pt idx="195">
                  <c:v>0.709954198987</c:v>
                </c:pt>
                <c:pt idx="196">
                  <c:v>0.707365043555</c:v>
                </c:pt>
                <c:pt idx="197">
                  <c:v>0.703756373441</c:v>
                </c:pt>
                <c:pt idx="198">
                  <c:v>0.720257622249</c:v>
                </c:pt>
                <c:pt idx="199">
                  <c:v>0.7281813335</c:v>
                </c:pt>
                <c:pt idx="200">
                  <c:v>0.743244671091</c:v>
                </c:pt>
                <c:pt idx="201">
                  <c:v>0.726821789916</c:v>
                </c:pt>
                <c:pt idx="202">
                  <c:v>0.713589100602</c:v>
                </c:pt>
                <c:pt idx="203">
                  <c:v>0.735425640691</c:v>
                </c:pt>
                <c:pt idx="204">
                  <c:v>0.726874171201</c:v>
                </c:pt>
                <c:pt idx="205">
                  <c:v>0.71944706068</c:v>
                </c:pt>
                <c:pt idx="206">
                  <c:v>0.69478634398</c:v>
                </c:pt>
                <c:pt idx="207">
                  <c:v>0.681213870917</c:v>
                </c:pt>
                <c:pt idx="208">
                  <c:v>0.692171365637</c:v>
                </c:pt>
                <c:pt idx="209">
                  <c:v>0.699781279488</c:v>
                </c:pt>
                <c:pt idx="210">
                  <c:v>0.704880895847</c:v>
                </c:pt>
                <c:pt idx="211">
                  <c:v>0.688614668218</c:v>
                </c:pt>
                <c:pt idx="212">
                  <c:v>0.739426639274</c:v>
                </c:pt>
                <c:pt idx="213">
                  <c:v>0.753051248468</c:v>
                </c:pt>
                <c:pt idx="214">
                  <c:v>0.746461339607</c:v>
                </c:pt>
                <c:pt idx="215">
                  <c:v>0.756791239525</c:v>
                </c:pt>
                <c:pt idx="216">
                  <c:v>0.746461339607</c:v>
                </c:pt>
                <c:pt idx="217">
                  <c:v>0.744813739815</c:v>
                </c:pt>
                <c:pt idx="218">
                  <c:v>0.74483980788</c:v>
                </c:pt>
                <c:pt idx="219">
                  <c:v>0.737177349309</c:v>
                </c:pt>
                <c:pt idx="220">
                  <c:v>0.74779506028</c:v>
                </c:pt>
                <c:pt idx="221">
                  <c:v>0.755300456715</c:v>
                </c:pt>
                <c:pt idx="222">
                  <c:v>0.750331834427</c:v>
                </c:pt>
                <c:pt idx="223">
                  <c:v>0.739321958422</c:v>
                </c:pt>
                <c:pt idx="224">
                  <c:v>0.733725741332</c:v>
                </c:pt>
                <c:pt idx="225">
                  <c:v>0.767172948701</c:v>
                </c:pt>
                <c:pt idx="226">
                  <c:v>0.768114422623</c:v>
                </c:pt>
                <c:pt idx="227">
                  <c:v>0.765054816243</c:v>
                </c:pt>
                <c:pt idx="228">
                  <c:v>0.752214618834</c:v>
                </c:pt>
                <c:pt idx="229">
                  <c:v>0.736628367293</c:v>
                </c:pt>
                <c:pt idx="230">
                  <c:v>0.733620978762</c:v>
                </c:pt>
                <c:pt idx="231">
                  <c:v>0.74230319717</c:v>
                </c:pt>
                <c:pt idx="232">
                  <c:v>0.737569841214</c:v>
                </c:pt>
                <c:pt idx="233">
                  <c:v>0.746827436575</c:v>
                </c:pt>
                <c:pt idx="234">
                  <c:v>0.754855746961</c:v>
                </c:pt>
                <c:pt idx="235">
                  <c:v>0.74925952987</c:v>
                </c:pt>
                <c:pt idx="236">
                  <c:v>0.724102130721</c:v>
                </c:pt>
                <c:pt idx="237">
                  <c:v>0.717197934151</c:v>
                </c:pt>
                <c:pt idx="238">
                  <c:v>0.707118827</c:v>
                </c:pt>
                <c:pt idx="239">
                  <c:v>0.706568292341</c:v>
                </c:pt>
                <c:pt idx="240">
                  <c:v>0.716817945111</c:v>
                </c:pt>
                <c:pt idx="241">
                  <c:v>0.699280919725</c:v>
                </c:pt>
                <c:pt idx="242">
                  <c:v>0.700853584044</c:v>
                </c:pt>
                <c:pt idx="243">
                  <c:v>0.690944777358</c:v>
                </c:pt>
                <c:pt idx="244">
                  <c:v>0.681345190541</c:v>
                </c:pt>
                <c:pt idx="245">
                  <c:v>0.699661143114</c:v>
                </c:pt>
                <c:pt idx="246">
                  <c:v>0.704190327583</c:v>
                </c:pt>
                <c:pt idx="247">
                  <c:v>0.710150938172</c:v>
                </c:pt>
                <c:pt idx="248">
                  <c:v>0.722436568097</c:v>
                </c:pt>
                <c:pt idx="249">
                  <c:v>0.726340959123</c:v>
                </c:pt>
                <c:pt idx="250">
                  <c:v>0.731338738673</c:v>
                </c:pt>
                <c:pt idx="251">
                  <c:v>0.732822339104</c:v>
                </c:pt>
                <c:pt idx="252">
                  <c:v>0.72329561851</c:v>
                </c:pt>
                <c:pt idx="253">
                  <c:v>0.71618960737</c:v>
                </c:pt>
                <c:pt idx="254">
                  <c:v>0.735789458822</c:v>
                </c:pt>
                <c:pt idx="255">
                  <c:v>0.752135840418</c:v>
                </c:pt>
                <c:pt idx="256">
                  <c:v>0.75060014682</c:v>
                </c:pt>
                <c:pt idx="257">
                  <c:v>0.748934139161</c:v>
                </c:pt>
                <c:pt idx="258">
                  <c:v>0.76353653563</c:v>
                </c:pt>
                <c:pt idx="259">
                  <c:v>0.771137026153</c:v>
                </c:pt>
                <c:pt idx="260">
                  <c:v>0.755545589777</c:v>
                </c:pt>
                <c:pt idx="261">
                  <c:v>0.766868388664</c:v>
                </c:pt>
                <c:pt idx="262">
                  <c:v>0.783266701143</c:v>
                </c:pt>
                <c:pt idx="263">
                  <c:v>0.811377862131</c:v>
                </c:pt>
                <c:pt idx="264">
                  <c:v>0.79695787289</c:v>
                </c:pt>
                <c:pt idx="265">
                  <c:v>0.790216351639</c:v>
                </c:pt>
                <c:pt idx="266">
                  <c:v>0.806588617534</c:v>
                </c:pt>
                <c:pt idx="267">
                  <c:v>0.792246605761</c:v>
                </c:pt>
                <c:pt idx="268">
                  <c:v>0.785244780956</c:v>
                </c:pt>
                <c:pt idx="269">
                  <c:v>0.78009104647</c:v>
                </c:pt>
                <c:pt idx="270">
                  <c:v>0.792585049066</c:v>
                </c:pt>
                <c:pt idx="271">
                  <c:v>0.79844147332</c:v>
                </c:pt>
                <c:pt idx="272">
                  <c:v>0.80455828227</c:v>
                </c:pt>
                <c:pt idx="273">
                  <c:v>0.789461487561</c:v>
                </c:pt>
                <c:pt idx="274">
                  <c:v>0.783891170018</c:v>
                </c:pt>
                <c:pt idx="275">
                  <c:v>0.765332613924</c:v>
                </c:pt>
                <c:pt idx="276">
                  <c:v>0.7659053142</c:v>
                </c:pt>
                <c:pt idx="277">
                  <c:v>0.772594823425</c:v>
                </c:pt>
                <c:pt idx="278">
                  <c:v>0.759658353473</c:v>
                </c:pt>
                <c:pt idx="279">
                  <c:v>0.765098356954</c:v>
                </c:pt>
                <c:pt idx="280">
                  <c:v>0.764109235906</c:v>
                </c:pt>
                <c:pt idx="281">
                  <c:v>0.75796629923</c:v>
                </c:pt>
                <c:pt idx="282">
                  <c:v>0.764239225399</c:v>
                </c:pt>
                <c:pt idx="283">
                  <c:v>0.780039034445</c:v>
                </c:pt>
                <c:pt idx="284">
                  <c:v>0.780923969158</c:v>
                </c:pt>
                <c:pt idx="285">
                  <c:v>0.771345236539</c:v>
                </c:pt>
                <c:pt idx="286">
                  <c:v>0.775197696681</c:v>
                </c:pt>
                <c:pt idx="287">
                  <c:v>0.761766585062</c:v>
                </c:pt>
                <c:pt idx="288">
                  <c:v>0.751068498476</c:v>
                </c:pt>
                <c:pt idx="289">
                  <c:v>0.756638816019</c:v>
                </c:pt>
                <c:pt idx="290">
                  <c:v>0.774026249546</c:v>
                </c:pt>
                <c:pt idx="291">
                  <c:v>0.77808675779</c:v>
                </c:pt>
                <c:pt idx="292">
                  <c:v>0.798597752823</c:v>
                </c:pt>
                <c:pt idx="293">
                  <c:v>0.794823513575</c:v>
                </c:pt>
                <c:pt idx="294">
                  <c:v>0.797644171973</c:v>
                </c:pt>
                <c:pt idx="295">
                  <c:v>0.809036590701</c:v>
                </c:pt>
                <c:pt idx="296">
                  <c:v>0.798035195298</c:v>
                </c:pt>
                <c:pt idx="297">
                  <c:v>0.807498381701</c:v>
                </c:pt>
                <c:pt idx="298">
                  <c:v>0.81047036994</c:v>
                </c:pt>
                <c:pt idx="299">
                  <c:v>0.804917660213</c:v>
                </c:pt>
                <c:pt idx="300">
                  <c:v>0.800642206796</c:v>
                </c:pt>
                <c:pt idx="301">
                  <c:v>0.815240951875</c:v>
                </c:pt>
                <c:pt idx="302">
                  <c:v>0.822957475465</c:v>
                </c:pt>
                <c:pt idx="303">
                  <c:v>0.836644184401</c:v>
                </c:pt>
                <c:pt idx="304">
                  <c:v>0.834610441173</c:v>
                </c:pt>
                <c:pt idx="305">
                  <c:v>0.831795057005</c:v>
                </c:pt>
                <c:pt idx="306">
                  <c:v>0.823583242612</c:v>
                </c:pt>
                <c:pt idx="307">
                  <c:v>0.829135871198</c:v>
                </c:pt>
                <c:pt idx="308">
                  <c:v>0.828666789263</c:v>
                </c:pt>
                <c:pt idx="309">
                  <c:v>0.823348417648</c:v>
                </c:pt>
                <c:pt idx="310">
                  <c:v>0.816075335119</c:v>
                </c:pt>
                <c:pt idx="311">
                  <c:v>0.832055685127</c:v>
                </c:pt>
                <c:pt idx="312">
                  <c:v>0.830491510685</c:v>
                </c:pt>
                <c:pt idx="313">
                  <c:v>0.831195417584</c:v>
                </c:pt>
                <c:pt idx="314">
                  <c:v>0.831247429609</c:v>
                </c:pt>
                <c:pt idx="315">
                  <c:v>0.830856568568</c:v>
                </c:pt>
                <c:pt idx="316">
                  <c:v>0.824521812191</c:v>
                </c:pt>
                <c:pt idx="317">
                  <c:v>0.825381998593</c:v>
                </c:pt>
                <c:pt idx="318">
                  <c:v>0.823661463506</c:v>
                </c:pt>
                <c:pt idx="319">
                  <c:v>0.808123986564</c:v>
                </c:pt>
                <c:pt idx="320">
                  <c:v>0.813025125986</c:v>
                </c:pt>
                <c:pt idx="321">
                  <c:v>0.835131778559</c:v>
                </c:pt>
                <c:pt idx="322">
                  <c:v>0.840893185525</c:v>
                </c:pt>
                <c:pt idx="323">
                  <c:v>0.839928650504</c:v>
                </c:pt>
                <c:pt idx="324">
                  <c:v>0.832603312523</c:v>
                </c:pt>
                <c:pt idx="325">
                  <c:v>0.827154870273</c:v>
                </c:pt>
                <c:pt idx="326">
                  <c:v>0.824235056343</c:v>
                </c:pt>
                <c:pt idx="327">
                  <c:v>0.84175353421</c:v>
                </c:pt>
                <c:pt idx="328">
                  <c:v>0.843839046038</c:v>
                </c:pt>
                <c:pt idx="329">
                  <c:v>0.838494952407</c:v>
                </c:pt>
                <c:pt idx="330">
                  <c:v>0.847619289795</c:v>
                </c:pt>
                <c:pt idx="331">
                  <c:v>0.850382661937</c:v>
                </c:pt>
                <c:pt idx="332">
                  <c:v>0.847332371663</c:v>
                </c:pt>
                <c:pt idx="333">
                  <c:v>0.851920708653</c:v>
                </c:pt>
                <c:pt idx="334">
                  <c:v>0.852885162532</c:v>
                </c:pt>
                <c:pt idx="335">
                  <c:v>0.863208616478</c:v>
                </c:pt>
                <c:pt idx="336">
                  <c:v>0.879241221938</c:v>
                </c:pt>
                <c:pt idx="337">
                  <c:v>0.877259896445</c:v>
                </c:pt>
                <c:pt idx="338">
                  <c:v>0.880206000384</c:v>
                </c:pt>
                <c:pt idx="339">
                  <c:v>0.869048082053</c:v>
                </c:pt>
                <c:pt idx="340">
                  <c:v>0.864590302549</c:v>
                </c:pt>
                <c:pt idx="341">
                  <c:v>0.885628314908</c:v>
                </c:pt>
                <c:pt idx="342">
                  <c:v>0.908256467151</c:v>
                </c:pt>
                <c:pt idx="343">
                  <c:v>0.91237539764</c:v>
                </c:pt>
                <c:pt idx="344">
                  <c:v>0.907187745796</c:v>
                </c:pt>
                <c:pt idx="345">
                  <c:v>0.917667803813</c:v>
                </c:pt>
                <c:pt idx="346">
                  <c:v>0.924549781875</c:v>
                </c:pt>
                <c:pt idx="347">
                  <c:v>0.925201433322</c:v>
                </c:pt>
                <c:pt idx="348">
                  <c:v>0.92504515382</c:v>
                </c:pt>
                <c:pt idx="349">
                  <c:v>0.909351397375</c:v>
                </c:pt>
                <c:pt idx="350">
                  <c:v>0.920639467484</c:v>
                </c:pt>
                <c:pt idx="351">
                  <c:v>0.924158920834</c:v>
                </c:pt>
                <c:pt idx="352">
                  <c:v>0.939774375244</c:v>
                </c:pt>
                <c:pt idx="353">
                  <c:v>0.94699552689</c:v>
                </c:pt>
                <c:pt idx="354">
                  <c:v>0.953877748378</c:v>
                </c:pt>
                <c:pt idx="355">
                  <c:v>0.965244120523</c:v>
                </c:pt>
                <c:pt idx="356">
                  <c:v>0.95917007341</c:v>
                </c:pt>
                <c:pt idx="357">
                  <c:v>0.957796826107</c:v>
                </c:pt>
                <c:pt idx="358">
                  <c:v>0.944744323086</c:v>
                </c:pt>
                <c:pt idx="359">
                  <c:v>0.955891287247</c:v>
                </c:pt>
                <c:pt idx="360">
                  <c:v>0.946415118124</c:v>
                </c:pt>
                <c:pt idx="361">
                  <c:v>0.933727997555</c:v>
                </c:pt>
                <c:pt idx="362">
                  <c:v>0.949782430214</c:v>
                </c:pt>
                <c:pt idx="363">
                  <c:v>0.95163603819</c:v>
                </c:pt>
                <c:pt idx="364">
                  <c:v>0.949730255904</c:v>
                </c:pt>
                <c:pt idx="365">
                  <c:v>0.964375414211</c:v>
                </c:pt>
                <c:pt idx="366">
                  <c:v>0.966646497805</c:v>
                </c:pt>
                <c:pt idx="367">
                  <c:v>0.966620288937</c:v>
                </c:pt>
                <c:pt idx="368">
                  <c:v>0.959258599338</c:v>
                </c:pt>
                <c:pt idx="369">
                  <c:v>0.95607385676</c:v>
                </c:pt>
                <c:pt idx="370">
                  <c:v>0.956387064902</c:v>
                </c:pt>
                <c:pt idx="371">
                  <c:v>0.96111245074</c:v>
                </c:pt>
                <c:pt idx="372">
                  <c:v>0.973250970209</c:v>
                </c:pt>
                <c:pt idx="373">
                  <c:v>0.989775701933</c:v>
                </c:pt>
                <c:pt idx="374">
                  <c:v>0.98956684241</c:v>
                </c:pt>
                <c:pt idx="375">
                  <c:v>0.99880778086</c:v>
                </c:pt>
                <c:pt idx="376">
                  <c:v>1.00697894311</c:v>
                </c:pt>
                <c:pt idx="377">
                  <c:v>1.00674387472</c:v>
                </c:pt>
                <c:pt idx="378">
                  <c:v>0.983536530838</c:v>
                </c:pt>
                <c:pt idx="379">
                  <c:v>0.980586613225</c:v>
                </c:pt>
                <c:pt idx="380">
                  <c:v>0.982152978501</c:v>
                </c:pt>
                <c:pt idx="381">
                  <c:v>0.988809706356</c:v>
                </c:pt>
                <c:pt idx="382">
                  <c:v>0.985520534017</c:v>
                </c:pt>
                <c:pt idx="383">
                  <c:v>0.983170986103</c:v>
                </c:pt>
                <c:pt idx="384">
                  <c:v>1.00107918902</c:v>
                </c:pt>
                <c:pt idx="385">
                  <c:v>1.00160125669</c:v>
                </c:pt>
                <c:pt idx="386">
                  <c:v>0.999278079924</c:v>
                </c:pt>
                <c:pt idx="387">
                  <c:v>0.977349615196</c:v>
                </c:pt>
                <c:pt idx="388">
                  <c:v>0.97578324992</c:v>
                </c:pt>
                <c:pt idx="389">
                  <c:v>0.971214955004</c:v>
                </c:pt>
                <c:pt idx="390">
                  <c:v>0.979438048136</c:v>
                </c:pt>
                <c:pt idx="391">
                  <c:v>0.971110606385</c:v>
                </c:pt>
                <c:pt idx="392">
                  <c:v>0.960433373295</c:v>
                </c:pt>
                <c:pt idx="393">
                  <c:v>0.962208435809</c:v>
                </c:pt>
                <c:pt idx="394">
                  <c:v>0.95607385676</c:v>
                </c:pt>
                <c:pt idx="395">
                  <c:v>0.966803101876</c:v>
                </c:pt>
                <c:pt idx="396">
                  <c:v>0.956543912398</c:v>
                </c:pt>
                <c:pt idx="397">
                  <c:v>0.946415118124</c:v>
                </c:pt>
                <c:pt idx="398">
                  <c:v>0.936077302043</c:v>
                </c:pt>
                <c:pt idx="399">
                  <c:v>0.934902771512</c:v>
                </c:pt>
                <c:pt idx="400">
                  <c:v>0.949965243153</c:v>
                </c:pt>
                <c:pt idx="401">
                  <c:v>0.948607980825</c:v>
                </c:pt>
                <c:pt idx="402">
                  <c:v>0.963565941563</c:v>
                </c:pt>
                <c:pt idx="403">
                  <c:v>0.942969098288</c:v>
                </c:pt>
                <c:pt idx="404">
                  <c:v>0.950278613578</c:v>
                </c:pt>
                <c:pt idx="405">
                  <c:v>0.957431281372</c:v>
                </c:pt>
                <c:pt idx="406">
                  <c:v>0.978341576214</c:v>
                </c:pt>
                <c:pt idx="407">
                  <c:v>0.98379756467</c:v>
                </c:pt>
                <c:pt idx="408">
                  <c:v>0.98674732</c:v>
                </c:pt>
                <c:pt idx="409">
                  <c:v>0.985703184672</c:v>
                </c:pt>
                <c:pt idx="410">
                  <c:v>0.986956260664</c:v>
                </c:pt>
                <c:pt idx="411">
                  <c:v>0.978263274179</c:v>
                </c:pt>
                <c:pt idx="412">
                  <c:v>0.971267129314</c:v>
                </c:pt>
                <c:pt idx="413">
                  <c:v>0.972624472784</c:v>
                </c:pt>
                <c:pt idx="414">
                  <c:v>0.984084726228</c:v>
                </c:pt>
                <c:pt idx="415">
                  <c:v>0.973172830458</c:v>
                </c:pt>
                <c:pt idx="416">
                  <c:v>0.976879721841</c:v>
                </c:pt>
                <c:pt idx="417">
                  <c:v>0.984867827724</c:v>
                </c:pt>
                <c:pt idx="418">
                  <c:v>0.968004003559</c:v>
                </c:pt>
                <c:pt idx="419">
                  <c:v>0.969013085541</c:v>
                </c:pt>
                <c:pt idx="420">
                  <c:v>0.966947778072</c:v>
                </c:pt>
                <c:pt idx="421">
                  <c:v>0.953013586019</c:v>
                </c:pt>
                <c:pt idx="422">
                  <c:v>0.93555004129</c:v>
                </c:pt>
                <c:pt idx="423">
                  <c:v>0.935680842203</c:v>
                </c:pt>
                <c:pt idx="424">
                  <c:v>0.940125070992</c:v>
                </c:pt>
                <c:pt idx="425">
                  <c:v>0.926007903716</c:v>
                </c:pt>
                <c:pt idx="426">
                  <c:v>0.928177884372</c:v>
                </c:pt>
                <c:pt idx="427">
                  <c:v>0.935942362887</c:v>
                </c:pt>
                <c:pt idx="428">
                  <c:v>0.936621927184</c:v>
                </c:pt>
                <c:pt idx="429">
                  <c:v>0.944438742293</c:v>
                </c:pt>
                <c:pt idx="430">
                  <c:v>0.927863945952</c:v>
                </c:pt>
                <c:pt idx="431">
                  <c:v>0.940491102579</c:v>
                </c:pt>
                <c:pt idx="432">
                  <c:v>0.937720021946</c:v>
                </c:pt>
                <c:pt idx="433">
                  <c:v>0.953431791916</c:v>
                </c:pt>
                <c:pt idx="434">
                  <c:v>0.958294470027</c:v>
                </c:pt>
                <c:pt idx="435">
                  <c:v>0.963601481761</c:v>
                </c:pt>
                <c:pt idx="436">
                  <c:v>0.970476968464</c:v>
                </c:pt>
                <c:pt idx="437">
                  <c:v>0.967104625569</c:v>
                </c:pt>
                <c:pt idx="438">
                  <c:v>0.954948173716</c:v>
                </c:pt>
                <c:pt idx="439">
                  <c:v>0.965745172407</c:v>
                </c:pt>
                <c:pt idx="440">
                  <c:v>0.962581770177</c:v>
                </c:pt>
                <c:pt idx="441">
                  <c:v>0.949954856976</c:v>
                </c:pt>
                <c:pt idx="442">
                  <c:v>0.941066237115</c:v>
                </c:pt>
                <c:pt idx="443">
                  <c:v>0.927027453016</c:v>
                </c:pt>
                <c:pt idx="444">
                  <c:v>0.929824823659</c:v>
                </c:pt>
                <c:pt idx="445">
                  <c:v>0.938870128733</c:v>
                </c:pt>
                <c:pt idx="446">
                  <c:v>0.91589079389</c:v>
                </c:pt>
                <c:pt idx="447">
                  <c:v>0.898427168019</c:v>
                </c:pt>
                <c:pt idx="448">
                  <c:v>0.902740758179</c:v>
                </c:pt>
                <c:pt idx="449">
                  <c:v>0.912910448024</c:v>
                </c:pt>
                <c:pt idx="450">
                  <c:v>0.917276293636</c:v>
                </c:pt>
                <c:pt idx="451">
                  <c:v>0.933197247696</c:v>
                </c:pt>
                <c:pt idx="452">
                  <c:v>0.950137832199</c:v>
                </c:pt>
                <c:pt idx="453">
                  <c:v>0.961300943619</c:v>
                </c:pt>
                <c:pt idx="454">
                  <c:v>0.965222536749</c:v>
                </c:pt>
                <c:pt idx="455">
                  <c:v>0.974346306142</c:v>
                </c:pt>
                <c:pt idx="456">
                  <c:v>0.974973533846</c:v>
                </c:pt>
                <c:pt idx="457">
                  <c:v>0.967470657156</c:v>
                </c:pt>
                <c:pt idx="458">
                  <c:v>0.989221664319</c:v>
                </c:pt>
                <c:pt idx="459">
                  <c:v>0.986136564124</c:v>
                </c:pt>
                <c:pt idx="460">
                  <c:v>1.00736461106</c:v>
                </c:pt>
                <c:pt idx="461">
                  <c:v>1.00812280196</c:v>
                </c:pt>
                <c:pt idx="462">
                  <c:v>1.00898558491</c:v>
                </c:pt>
                <c:pt idx="463">
                  <c:v>1.00922097786</c:v>
                </c:pt>
                <c:pt idx="464">
                  <c:v>1.02150790606</c:v>
                </c:pt>
                <c:pt idx="465">
                  <c:v>1.01557350434</c:v>
                </c:pt>
                <c:pt idx="466">
                  <c:v>1.01973040929</c:v>
                </c:pt>
                <c:pt idx="467">
                  <c:v>1.01829249181</c:v>
                </c:pt>
                <c:pt idx="468">
                  <c:v>1.01740374342</c:v>
                </c:pt>
                <c:pt idx="469">
                  <c:v>1.02007015086</c:v>
                </c:pt>
                <c:pt idx="470">
                  <c:v>1.01907664815</c:v>
                </c:pt>
                <c:pt idx="471">
                  <c:v>1.01651458932</c:v>
                </c:pt>
                <c:pt idx="472">
                  <c:v>1.01941671429</c:v>
                </c:pt>
                <c:pt idx="473">
                  <c:v>1.00995279761</c:v>
                </c:pt>
                <c:pt idx="474">
                  <c:v>1.01248864757</c:v>
                </c:pt>
                <c:pt idx="475">
                  <c:v>1.00663279131</c:v>
                </c:pt>
                <c:pt idx="476">
                  <c:v>1.02069754085</c:v>
                </c:pt>
                <c:pt idx="477">
                  <c:v>1.02524644283</c:v>
                </c:pt>
                <c:pt idx="478">
                  <c:v>1.03400418063</c:v>
                </c:pt>
                <c:pt idx="479">
                  <c:v>1.04223928278</c:v>
                </c:pt>
                <c:pt idx="480">
                  <c:v>1.0554938294</c:v>
                </c:pt>
                <c:pt idx="481">
                  <c:v>1.054578791</c:v>
                </c:pt>
                <c:pt idx="482">
                  <c:v>1.05967645636</c:v>
                </c:pt>
                <c:pt idx="483">
                  <c:v>1.06635119774</c:v>
                </c:pt>
                <c:pt idx="484">
                  <c:v>1.07179988342</c:v>
                </c:pt>
                <c:pt idx="485">
                  <c:v>1.05587300599</c:v>
                </c:pt>
                <c:pt idx="486">
                  <c:v>1.06815863591</c:v>
                </c:pt>
                <c:pt idx="487">
                  <c:v>1.06975664657</c:v>
                </c:pt>
                <c:pt idx="488">
                  <c:v>1.07630537442</c:v>
                </c:pt>
                <c:pt idx="489">
                  <c:v>1.07774142339</c:v>
                </c:pt>
                <c:pt idx="490">
                  <c:v>1.0782641731</c:v>
                </c:pt>
                <c:pt idx="491">
                  <c:v>1.10054962692</c:v>
                </c:pt>
                <c:pt idx="492">
                  <c:v>1.10272373339</c:v>
                </c:pt>
                <c:pt idx="493">
                  <c:v>1.11019768191</c:v>
                </c:pt>
                <c:pt idx="494">
                  <c:v>1.11250775944</c:v>
                </c:pt>
                <c:pt idx="495">
                  <c:v>1.11307848448</c:v>
                </c:pt>
                <c:pt idx="496">
                  <c:v>1.11296969081</c:v>
                </c:pt>
                <c:pt idx="497">
                  <c:v>1.10669171541</c:v>
                </c:pt>
                <c:pt idx="498">
                  <c:v>1.12240024261</c:v>
                </c:pt>
                <c:pt idx="499">
                  <c:v>1.14465860318</c:v>
                </c:pt>
                <c:pt idx="500">
                  <c:v>1.14615335922</c:v>
                </c:pt>
                <c:pt idx="501">
                  <c:v>1.15090956948</c:v>
                </c:pt>
                <c:pt idx="502">
                  <c:v>1.15729600199</c:v>
                </c:pt>
                <c:pt idx="503">
                  <c:v>1.15870931003</c:v>
                </c:pt>
                <c:pt idx="504">
                  <c:v>1.15180617069</c:v>
                </c:pt>
                <c:pt idx="505">
                  <c:v>1.16360123892</c:v>
                </c:pt>
                <c:pt idx="506">
                  <c:v>1.15585585313</c:v>
                </c:pt>
                <c:pt idx="507">
                  <c:v>1.13321684092</c:v>
                </c:pt>
                <c:pt idx="508">
                  <c:v>1.14656101997</c:v>
                </c:pt>
                <c:pt idx="509">
                  <c:v>1.16593857797</c:v>
                </c:pt>
                <c:pt idx="510">
                  <c:v>1.16441672868</c:v>
                </c:pt>
                <c:pt idx="511">
                  <c:v>1.16207938963</c:v>
                </c:pt>
                <c:pt idx="512">
                  <c:v>1.17403735387</c:v>
                </c:pt>
                <c:pt idx="513">
                  <c:v>1.17621162863</c:v>
                </c:pt>
                <c:pt idx="514">
                  <c:v>1.18778910952</c:v>
                </c:pt>
                <c:pt idx="515">
                  <c:v>1.18314177708</c:v>
                </c:pt>
                <c:pt idx="516">
                  <c:v>1.16468833423</c:v>
                </c:pt>
                <c:pt idx="517">
                  <c:v>1.17738034023</c:v>
                </c:pt>
                <c:pt idx="518">
                  <c:v>1.18088605431</c:v>
                </c:pt>
                <c:pt idx="519">
                  <c:v>1.17017824967</c:v>
                </c:pt>
                <c:pt idx="520">
                  <c:v>1.16134560029</c:v>
                </c:pt>
                <c:pt idx="521">
                  <c:v>1.15669826785</c:v>
                </c:pt>
                <c:pt idx="522">
                  <c:v>1.1905612867</c:v>
                </c:pt>
                <c:pt idx="523">
                  <c:v>1.18705532019</c:v>
                </c:pt>
                <c:pt idx="524">
                  <c:v>1.18643024038</c:v>
                </c:pt>
                <c:pt idx="525">
                  <c:v>1.18928394971</c:v>
                </c:pt>
                <c:pt idx="526">
                  <c:v>1.18295170368</c:v>
                </c:pt>
                <c:pt idx="527">
                  <c:v>1.19308878329</c:v>
                </c:pt>
                <c:pt idx="528">
                  <c:v>1.21105294911</c:v>
                </c:pt>
                <c:pt idx="529">
                  <c:v>1.20673191354</c:v>
                </c:pt>
                <c:pt idx="530">
                  <c:v>1.18507145539</c:v>
                </c:pt>
                <c:pt idx="531">
                  <c:v>1.19251805825</c:v>
                </c:pt>
                <c:pt idx="532">
                  <c:v>1.21061827927</c:v>
                </c:pt>
                <c:pt idx="533">
                  <c:v>1.19314313805</c:v>
                </c:pt>
                <c:pt idx="534">
                  <c:v>1.18871330881</c:v>
                </c:pt>
                <c:pt idx="535">
                  <c:v>1.20575344362</c:v>
                </c:pt>
                <c:pt idx="536">
                  <c:v>1.19648587198</c:v>
                </c:pt>
                <c:pt idx="537">
                  <c:v>1.19346935078</c:v>
                </c:pt>
                <c:pt idx="538">
                  <c:v>1.17928275702</c:v>
                </c:pt>
                <c:pt idx="539">
                  <c:v>1.19052998643</c:v>
                </c:pt>
                <c:pt idx="540">
                  <c:v>1.19349610746</c:v>
                </c:pt>
                <c:pt idx="541">
                  <c:v>1.2076471098</c:v>
                </c:pt>
                <c:pt idx="542">
                  <c:v>1.21336193281</c:v>
                </c:pt>
                <c:pt idx="543">
                  <c:v>1.21474991456</c:v>
                </c:pt>
                <c:pt idx="544">
                  <c:v>1.21034137287</c:v>
                </c:pt>
                <c:pt idx="545">
                  <c:v>1.20642252891</c:v>
                </c:pt>
                <c:pt idx="546">
                  <c:v>1.21053161455</c:v>
                </c:pt>
                <c:pt idx="547">
                  <c:v>1.20830037667</c:v>
                </c:pt>
                <c:pt idx="548">
                  <c:v>1.21085841626</c:v>
                </c:pt>
                <c:pt idx="549">
                  <c:v>1.20040850227</c:v>
                </c:pt>
                <c:pt idx="550">
                  <c:v>1.20310251291</c:v>
                </c:pt>
                <c:pt idx="551">
                  <c:v>1.18470620146</c:v>
                </c:pt>
                <c:pt idx="552">
                  <c:v>1.1986667097</c:v>
                </c:pt>
                <c:pt idx="553">
                  <c:v>1.19902060466</c:v>
                </c:pt>
                <c:pt idx="554">
                  <c:v>1.20345632373</c:v>
                </c:pt>
                <c:pt idx="555">
                  <c:v>1.19295197083</c:v>
                </c:pt>
                <c:pt idx="556">
                  <c:v>1.21200129673</c:v>
                </c:pt>
                <c:pt idx="557">
                  <c:v>1.19267986044</c:v>
                </c:pt>
                <c:pt idx="558">
                  <c:v>1.1730589681</c:v>
                </c:pt>
                <c:pt idx="559">
                  <c:v>1.17316776177</c:v>
                </c:pt>
                <c:pt idx="560">
                  <c:v>1.158853611</c:v>
                </c:pt>
                <c:pt idx="561">
                  <c:v>1.15224075639</c:v>
                </c:pt>
                <c:pt idx="562">
                  <c:v>1.12840198474</c:v>
                </c:pt>
                <c:pt idx="563">
                  <c:v>1.13974984619</c:v>
                </c:pt>
                <c:pt idx="564">
                  <c:v>1.15675817589</c:v>
                </c:pt>
                <c:pt idx="565">
                  <c:v>1.16067701985</c:v>
                </c:pt>
                <c:pt idx="566">
                  <c:v>1.15507099051</c:v>
                </c:pt>
                <c:pt idx="567">
                  <c:v>1.17289573552</c:v>
                </c:pt>
                <c:pt idx="568">
                  <c:v>1.17765808803</c:v>
                </c:pt>
                <c:pt idx="569">
                  <c:v>1.15545189457</c:v>
                </c:pt>
                <c:pt idx="570">
                  <c:v>1.14709733154</c:v>
                </c:pt>
                <c:pt idx="571">
                  <c:v>1.16173819988</c:v>
                </c:pt>
                <c:pt idx="572">
                  <c:v>1.18508744209</c:v>
                </c:pt>
                <c:pt idx="573">
                  <c:v>1.19806805001</c:v>
                </c:pt>
                <c:pt idx="574">
                  <c:v>1.19825854412</c:v>
                </c:pt>
                <c:pt idx="575">
                  <c:v>1.19755109076</c:v>
                </c:pt>
                <c:pt idx="576">
                  <c:v>1.20016356926</c:v>
                </c:pt>
                <c:pt idx="577">
                  <c:v>1.20299371924</c:v>
                </c:pt>
                <c:pt idx="578">
                  <c:v>1.20576934618</c:v>
                </c:pt>
                <c:pt idx="579">
                  <c:v>1.21352516539</c:v>
                </c:pt>
                <c:pt idx="580">
                  <c:v>1.23249295914</c:v>
                </c:pt>
                <c:pt idx="581">
                  <c:v>1.22998927431</c:v>
                </c:pt>
                <c:pt idx="582">
                  <c:v>1.22939061463</c:v>
                </c:pt>
                <c:pt idx="583">
                  <c:v>1.23796284915</c:v>
                </c:pt>
                <c:pt idx="584">
                  <c:v>1.24038474941</c:v>
                </c:pt>
                <c:pt idx="585">
                  <c:v>1.2401398164</c:v>
                </c:pt>
                <c:pt idx="586">
                  <c:v>1.234561301</c:v>
                </c:pt>
                <c:pt idx="587">
                  <c:v>1.24623571175</c:v>
                </c:pt>
                <c:pt idx="588">
                  <c:v>1.25094362536</c:v>
                </c:pt>
                <c:pt idx="589">
                  <c:v>1.24212645783</c:v>
                </c:pt>
                <c:pt idx="590">
                  <c:v>1.22881921647</c:v>
                </c:pt>
                <c:pt idx="591">
                  <c:v>1.22653311898</c:v>
                </c:pt>
                <c:pt idx="592">
                  <c:v>1.23311888035</c:v>
                </c:pt>
                <c:pt idx="593">
                  <c:v>1.23649316697</c:v>
                </c:pt>
                <c:pt idx="594">
                  <c:v>1.26142088502</c:v>
                </c:pt>
                <c:pt idx="595">
                  <c:v>1.26098520549</c:v>
                </c:pt>
                <c:pt idx="596">
                  <c:v>1.25986950241</c:v>
                </c:pt>
                <c:pt idx="597">
                  <c:v>1.26495848836</c:v>
                </c:pt>
                <c:pt idx="598">
                  <c:v>1.27363943241</c:v>
                </c:pt>
                <c:pt idx="599">
                  <c:v>1.29032121281</c:v>
                </c:pt>
                <c:pt idx="600">
                  <c:v>1.29731513976</c:v>
                </c:pt>
                <c:pt idx="601">
                  <c:v>1.30403687218</c:v>
                </c:pt>
                <c:pt idx="602">
                  <c:v>1.32001111509</c:v>
                </c:pt>
                <c:pt idx="603">
                  <c:v>1.32041928068</c:v>
                </c:pt>
                <c:pt idx="604">
                  <c:v>1.31024147707</c:v>
                </c:pt>
                <c:pt idx="605">
                  <c:v>1.30673096697</c:v>
                </c:pt>
                <c:pt idx="606">
                  <c:v>1.29185425279</c:v>
                </c:pt>
                <c:pt idx="607">
                  <c:v>1.30662747415</c:v>
                </c:pt>
                <c:pt idx="608">
                  <c:v>1.30932577596</c:v>
                </c:pt>
                <c:pt idx="609">
                  <c:v>1.31270544758</c:v>
                </c:pt>
                <c:pt idx="610">
                  <c:v>1.30589149717</c:v>
                </c:pt>
                <c:pt idx="611">
                  <c:v>1.31355063894</c:v>
                </c:pt>
                <c:pt idx="612">
                  <c:v>1.3273425296</c:v>
                </c:pt>
                <c:pt idx="613">
                  <c:v>1.33840860451</c:v>
                </c:pt>
                <c:pt idx="614">
                  <c:v>1.35236406432</c:v>
                </c:pt>
                <c:pt idx="615">
                  <c:v>1.35558025093</c:v>
                </c:pt>
                <c:pt idx="616">
                  <c:v>1.35675232815</c:v>
                </c:pt>
                <c:pt idx="617">
                  <c:v>1.37089845033</c:v>
                </c:pt>
                <c:pt idx="618">
                  <c:v>1.34083454351</c:v>
                </c:pt>
                <c:pt idx="619">
                  <c:v>1.34871160919</c:v>
                </c:pt>
                <c:pt idx="620">
                  <c:v>1.35233671865</c:v>
                </c:pt>
                <c:pt idx="621">
                  <c:v>1.35285468759</c:v>
                </c:pt>
                <c:pt idx="622">
                  <c:v>1.31314171609</c:v>
                </c:pt>
                <c:pt idx="623">
                  <c:v>1.30692718263</c:v>
                </c:pt>
                <c:pt idx="624">
                  <c:v>1.29534305464</c:v>
                </c:pt>
                <c:pt idx="625">
                  <c:v>1.31464101572</c:v>
                </c:pt>
                <c:pt idx="626">
                  <c:v>1.3100072299</c:v>
                </c:pt>
                <c:pt idx="627">
                  <c:v>1.26301677795</c:v>
                </c:pt>
                <c:pt idx="628">
                  <c:v>1.24908866381</c:v>
                </c:pt>
                <c:pt idx="629">
                  <c:v>1.26189939206</c:v>
                </c:pt>
                <c:pt idx="630">
                  <c:v>1.26443412474</c:v>
                </c:pt>
                <c:pt idx="631">
                  <c:v>1.24707181594</c:v>
                </c:pt>
                <c:pt idx="632">
                  <c:v>1.28397718711</c:v>
                </c:pt>
                <c:pt idx="633">
                  <c:v>1.25287725827</c:v>
                </c:pt>
                <c:pt idx="634">
                  <c:v>1.22314040559</c:v>
                </c:pt>
                <c:pt idx="635">
                  <c:v>1.18667105051</c:v>
                </c:pt>
                <c:pt idx="636">
                  <c:v>1.19800982479</c:v>
                </c:pt>
                <c:pt idx="637">
                  <c:v>1.18503569568</c:v>
                </c:pt>
                <c:pt idx="638">
                  <c:v>1.22128695858</c:v>
                </c:pt>
                <c:pt idx="639">
                  <c:v>1.22766506118</c:v>
                </c:pt>
                <c:pt idx="640">
                  <c:v>1.23030900823</c:v>
                </c:pt>
                <c:pt idx="641">
                  <c:v>1.26083610852</c:v>
                </c:pt>
                <c:pt idx="642">
                  <c:v>1.26124519965</c:v>
                </c:pt>
                <c:pt idx="643">
                  <c:v>1.29310811458</c:v>
                </c:pt>
                <c:pt idx="644">
                  <c:v>1.29477064679</c:v>
                </c:pt>
                <c:pt idx="645">
                  <c:v>1.31177889235</c:v>
                </c:pt>
                <c:pt idx="646">
                  <c:v>1.30902598335</c:v>
                </c:pt>
                <c:pt idx="647">
                  <c:v>1.31513138658</c:v>
                </c:pt>
                <c:pt idx="648">
                  <c:v>1.29428027593</c:v>
                </c:pt>
                <c:pt idx="649">
                  <c:v>1.30831735203</c:v>
                </c:pt>
                <c:pt idx="650">
                  <c:v>1.29561575401</c:v>
                </c:pt>
                <c:pt idx="651">
                  <c:v>1.29948621718</c:v>
                </c:pt>
                <c:pt idx="652">
                  <c:v>1.28474042562</c:v>
                </c:pt>
                <c:pt idx="653">
                  <c:v>1.28285971708</c:v>
                </c:pt>
                <c:pt idx="654">
                  <c:v>1.29815065496</c:v>
                </c:pt>
                <c:pt idx="655">
                  <c:v>1.2587377285</c:v>
                </c:pt>
                <c:pt idx="656">
                  <c:v>1.25546676642</c:v>
                </c:pt>
                <c:pt idx="657">
                  <c:v>1.25663884363</c:v>
                </c:pt>
                <c:pt idx="658">
                  <c:v>1.22297683645</c:v>
                </c:pt>
                <c:pt idx="659">
                  <c:v>1.23870387456</c:v>
                </c:pt>
                <c:pt idx="660">
                  <c:v>1.25015177908</c:v>
                </c:pt>
                <c:pt idx="661">
                  <c:v>1.27729920776</c:v>
                </c:pt>
                <c:pt idx="662">
                  <c:v>1.28983740492</c:v>
                </c:pt>
                <c:pt idx="663">
                  <c:v>1.29561575401</c:v>
                </c:pt>
                <c:pt idx="664">
                  <c:v>1.28989192796</c:v>
                </c:pt>
                <c:pt idx="665">
                  <c:v>1.29057329776</c:v>
                </c:pt>
                <c:pt idx="666">
                  <c:v>1.28498577933</c:v>
                </c:pt>
                <c:pt idx="667">
                  <c:v>1.31747545687</c:v>
                </c:pt>
                <c:pt idx="668">
                  <c:v>1.31496781744</c:v>
                </c:pt>
                <c:pt idx="669">
                  <c:v>1.31845350609</c:v>
                </c:pt>
                <c:pt idx="670">
                  <c:v>1.32481326606</c:v>
                </c:pt>
                <c:pt idx="671">
                  <c:v>1.32604163328</c:v>
                </c:pt>
                <c:pt idx="672">
                  <c:v>1.33600412134</c:v>
                </c:pt>
                <c:pt idx="673">
                  <c:v>1.32857989985</c:v>
                </c:pt>
                <c:pt idx="674">
                  <c:v>1.3321829645</c:v>
                </c:pt>
                <c:pt idx="675">
                  <c:v>1.31362224251</c:v>
                </c:pt>
                <c:pt idx="676">
                  <c:v>1.31547838202</c:v>
                </c:pt>
                <c:pt idx="677">
                  <c:v>1.31449570507</c:v>
                </c:pt>
                <c:pt idx="678">
                  <c:v>1.3301357419</c:v>
                </c:pt>
                <c:pt idx="679">
                  <c:v>1.31588780971</c:v>
                </c:pt>
                <c:pt idx="680">
                  <c:v>1.3355401706</c:v>
                </c:pt>
                <c:pt idx="681">
                  <c:v>1.34604873053</c:v>
                </c:pt>
                <c:pt idx="682">
                  <c:v>1.34452015</c:v>
                </c:pt>
                <c:pt idx="683">
                  <c:v>1.3466218115</c:v>
                </c:pt>
                <c:pt idx="684">
                  <c:v>1.35792188115</c:v>
                </c:pt>
                <c:pt idx="685">
                  <c:v>1.33977075513</c:v>
                </c:pt>
                <c:pt idx="686">
                  <c:v>1.33993466083</c:v>
                </c:pt>
                <c:pt idx="687">
                  <c:v>1.34086264644</c:v>
                </c:pt>
                <c:pt idx="688">
                  <c:v>1.3496516269</c:v>
                </c:pt>
                <c:pt idx="689">
                  <c:v>1.35224466894</c:v>
                </c:pt>
                <c:pt idx="690">
                  <c:v>1.35371855814</c:v>
                </c:pt>
                <c:pt idx="691">
                  <c:v>1.3329742218</c:v>
                </c:pt>
                <c:pt idx="692">
                  <c:v>1.34378316333</c:v>
                </c:pt>
                <c:pt idx="693">
                  <c:v>1.35197163301</c:v>
                </c:pt>
                <c:pt idx="694">
                  <c:v>1.35218997761</c:v>
                </c:pt>
                <c:pt idx="695">
                  <c:v>1.36518253349</c:v>
                </c:pt>
                <c:pt idx="696">
                  <c:v>1.35486505665</c:v>
                </c:pt>
                <c:pt idx="697">
                  <c:v>1.3206644661</c:v>
                </c:pt>
                <c:pt idx="698">
                  <c:v>1.33043587108</c:v>
                </c:pt>
                <c:pt idx="699">
                  <c:v>1.3265601912</c:v>
                </c:pt>
                <c:pt idx="700">
                  <c:v>1.34348286587</c:v>
                </c:pt>
                <c:pt idx="701">
                  <c:v>1.379976201</c:v>
                </c:pt>
                <c:pt idx="702">
                  <c:v>1.40170287772</c:v>
                </c:pt>
                <c:pt idx="703">
                  <c:v>1.40334075677</c:v>
                </c:pt>
                <c:pt idx="704">
                  <c:v>1.40252190139</c:v>
                </c:pt>
                <c:pt idx="705">
                  <c:v>1.39998338239</c:v>
                </c:pt>
                <c:pt idx="706">
                  <c:v>1.39818201835</c:v>
                </c:pt>
                <c:pt idx="707">
                  <c:v>1.38846488399</c:v>
                </c:pt>
                <c:pt idx="708">
                  <c:v>1.35538361457</c:v>
                </c:pt>
                <c:pt idx="709">
                  <c:v>1.36480028319</c:v>
                </c:pt>
                <c:pt idx="710">
                  <c:v>1.37418977442</c:v>
                </c:pt>
                <c:pt idx="711">
                  <c:v>1.3733982647</c:v>
                </c:pt>
                <c:pt idx="712">
                  <c:v>1.37833857437</c:v>
                </c:pt>
                <c:pt idx="713">
                  <c:v>1.38054945025</c:v>
                </c:pt>
                <c:pt idx="714">
                  <c:v>1.38273289632</c:v>
                </c:pt>
                <c:pt idx="715">
                  <c:v>1.39015720195</c:v>
                </c:pt>
                <c:pt idx="716">
                  <c:v>1.3792119528</c:v>
                </c:pt>
                <c:pt idx="717">
                  <c:v>1.39133079369</c:v>
                </c:pt>
                <c:pt idx="718">
                  <c:v>1.40647944998</c:v>
                </c:pt>
                <c:pt idx="719">
                  <c:v>1.41079223978</c:v>
                </c:pt>
                <c:pt idx="720">
                  <c:v>1.42823355651</c:v>
                </c:pt>
                <c:pt idx="721">
                  <c:v>1.4242757555</c:v>
                </c:pt>
                <c:pt idx="722">
                  <c:v>1.43702253697</c:v>
                </c:pt>
                <c:pt idx="723">
                  <c:v>1.42583151341</c:v>
                </c:pt>
                <c:pt idx="724">
                  <c:v>1.42097307245</c:v>
                </c:pt>
                <c:pt idx="725">
                  <c:v>1.44641177578</c:v>
                </c:pt>
                <c:pt idx="726">
                  <c:v>1.4370772283</c:v>
                </c:pt>
                <c:pt idx="727">
                  <c:v>1.44807708463</c:v>
                </c:pt>
                <c:pt idx="728">
                  <c:v>1.46893029879</c:v>
                </c:pt>
                <c:pt idx="729">
                  <c:v>1.46246140858</c:v>
                </c:pt>
                <c:pt idx="730">
                  <c:v>1.40970034846</c:v>
                </c:pt>
                <c:pt idx="731">
                  <c:v>1.40342254134</c:v>
                </c:pt>
                <c:pt idx="732">
                  <c:v>1.41567777399</c:v>
                </c:pt>
                <c:pt idx="733">
                  <c:v>1.42947042192</c:v>
                </c:pt>
                <c:pt idx="734">
                  <c:v>1.44783984021</c:v>
                </c:pt>
                <c:pt idx="735">
                  <c:v>1.4421765579</c:v>
                </c:pt>
                <c:pt idx="736">
                  <c:v>1.44080730837</c:v>
                </c:pt>
                <c:pt idx="737">
                  <c:v>1.47395480625</c:v>
                </c:pt>
                <c:pt idx="738">
                  <c:v>1.46362836805</c:v>
                </c:pt>
                <c:pt idx="739">
                  <c:v>1.48833227754</c:v>
                </c:pt>
                <c:pt idx="740">
                  <c:v>1.49706119942</c:v>
                </c:pt>
                <c:pt idx="741">
                  <c:v>1.51620224735</c:v>
                </c:pt>
                <c:pt idx="742">
                  <c:v>1.51942572554</c:v>
                </c:pt>
                <c:pt idx="743">
                  <c:v>1.5108393826</c:v>
                </c:pt>
                <c:pt idx="744">
                  <c:v>1.46685193404</c:v>
                </c:pt>
                <c:pt idx="745">
                  <c:v>1.48853192318</c:v>
                </c:pt>
                <c:pt idx="746">
                  <c:v>1.48573618183</c:v>
                </c:pt>
                <c:pt idx="747">
                  <c:v>1.492069356</c:v>
                </c:pt>
                <c:pt idx="748">
                  <c:v>1.48990099713</c:v>
                </c:pt>
                <c:pt idx="749">
                  <c:v>1.47797686702</c:v>
                </c:pt>
                <c:pt idx="750">
                  <c:v>1.49611968673</c:v>
                </c:pt>
                <c:pt idx="751">
                  <c:v>1.50290904329</c:v>
                </c:pt>
                <c:pt idx="752">
                  <c:v>1.51075369476</c:v>
                </c:pt>
                <c:pt idx="753">
                  <c:v>1.49169815909</c:v>
                </c:pt>
                <c:pt idx="754">
                  <c:v>1.50975546655</c:v>
                </c:pt>
                <c:pt idx="755">
                  <c:v>1.50616131822</c:v>
                </c:pt>
                <c:pt idx="756">
                  <c:v>1.50704541304</c:v>
                </c:pt>
                <c:pt idx="757">
                  <c:v>1.52872548998</c:v>
                </c:pt>
                <c:pt idx="758">
                  <c:v>1.53514382522</c:v>
                </c:pt>
                <c:pt idx="759">
                  <c:v>1.53862401575</c:v>
                </c:pt>
                <c:pt idx="760">
                  <c:v>1.53905210377</c:v>
                </c:pt>
                <c:pt idx="761">
                  <c:v>1.53251928395</c:v>
                </c:pt>
                <c:pt idx="762">
                  <c:v>1.50071259004</c:v>
                </c:pt>
                <c:pt idx="763">
                  <c:v>1.48299785835</c:v>
                </c:pt>
                <c:pt idx="764">
                  <c:v>1.46431299282</c:v>
                </c:pt>
                <c:pt idx="765">
                  <c:v>1.46785007446</c:v>
                </c:pt>
                <c:pt idx="766">
                  <c:v>1.42708610409</c:v>
                </c:pt>
                <c:pt idx="767">
                  <c:v>1.44962200588</c:v>
                </c:pt>
                <c:pt idx="768">
                  <c:v>1.41790064863</c:v>
                </c:pt>
                <c:pt idx="769">
                  <c:v>1.41362169994</c:v>
                </c:pt>
                <c:pt idx="770">
                  <c:v>1.43204976534</c:v>
                </c:pt>
                <c:pt idx="771">
                  <c:v>1.39265486891</c:v>
                </c:pt>
                <c:pt idx="772">
                  <c:v>1.40289588266</c:v>
                </c:pt>
                <c:pt idx="773">
                  <c:v>1.34852466581</c:v>
                </c:pt>
                <c:pt idx="774">
                  <c:v>1.34530118762</c:v>
                </c:pt>
                <c:pt idx="775">
                  <c:v>1.36047732927</c:v>
                </c:pt>
                <c:pt idx="776">
                  <c:v>1.33600168657</c:v>
                </c:pt>
                <c:pt idx="777">
                  <c:v>1.36829353519</c:v>
                </c:pt>
                <c:pt idx="778">
                  <c:v>1.37716503602</c:v>
                </c:pt>
                <c:pt idx="779">
                  <c:v>1.35368806051</c:v>
                </c:pt>
                <c:pt idx="780">
                  <c:v>1.37180217128</c:v>
                </c:pt>
                <c:pt idx="781">
                  <c:v>1.36715246465</c:v>
                </c:pt>
                <c:pt idx="782">
                  <c:v>1.37165950454</c:v>
                </c:pt>
                <c:pt idx="783">
                  <c:v>1.40175972863</c:v>
                </c:pt>
                <c:pt idx="784">
                  <c:v>1.40975881137</c:v>
                </c:pt>
                <c:pt idx="785">
                  <c:v>1.38381839826</c:v>
                </c:pt>
                <c:pt idx="786">
                  <c:v>1.37593336112</c:v>
                </c:pt>
                <c:pt idx="787">
                  <c:v>1.3397082124</c:v>
                </c:pt>
                <c:pt idx="788">
                  <c:v>1.33965088232</c:v>
                </c:pt>
                <c:pt idx="789">
                  <c:v>1.35045000836</c:v>
                </c:pt>
                <c:pt idx="790">
                  <c:v>1.36030612918</c:v>
                </c:pt>
                <c:pt idx="791">
                  <c:v>1.28748419585</c:v>
                </c:pt>
                <c:pt idx="792">
                  <c:v>1.20751988259</c:v>
                </c:pt>
                <c:pt idx="793">
                  <c:v>1.21043405929</c:v>
                </c:pt>
                <c:pt idx="794">
                  <c:v>1.18863598598</c:v>
                </c:pt>
                <c:pt idx="795">
                  <c:v>1.33130887264</c:v>
                </c:pt>
                <c:pt idx="796">
                  <c:v>1.27468527718</c:v>
                </c:pt>
                <c:pt idx="797">
                  <c:v>1.29816892511</c:v>
                </c:pt>
                <c:pt idx="798">
                  <c:v>1.30696817072</c:v>
                </c:pt>
                <c:pt idx="799">
                  <c:v>1.30842512738</c:v>
                </c:pt>
                <c:pt idx="800">
                  <c:v>1.26897158395</c:v>
                </c:pt>
                <c:pt idx="801">
                  <c:v>1.26874305378</c:v>
                </c:pt>
                <c:pt idx="802">
                  <c:v>1.23734583536</c:v>
                </c:pt>
                <c:pt idx="803">
                  <c:v>1.26982872573</c:v>
                </c:pt>
                <c:pt idx="804">
                  <c:v>1.29862616104</c:v>
                </c:pt>
                <c:pt idx="805">
                  <c:v>1.33516570337</c:v>
                </c:pt>
                <c:pt idx="806">
                  <c:v>1.35005001471</c:v>
                </c:pt>
                <c:pt idx="807">
                  <c:v>1.34962157551</c:v>
                </c:pt>
                <c:pt idx="808">
                  <c:v>1.35853495452</c:v>
                </c:pt>
                <c:pt idx="809">
                  <c:v>1.35836349104</c:v>
                </c:pt>
                <c:pt idx="810">
                  <c:v>1.3761047368</c:v>
                </c:pt>
                <c:pt idx="811">
                  <c:v>1.3965314535</c:v>
                </c:pt>
                <c:pt idx="812">
                  <c:v>1.38824659831</c:v>
                </c:pt>
                <c:pt idx="813">
                  <c:v>1.37533354625</c:v>
                </c:pt>
                <c:pt idx="814">
                  <c:v>1.38073284588</c:v>
                </c:pt>
                <c:pt idx="815">
                  <c:v>1.3949888968</c:v>
                </c:pt>
                <c:pt idx="816">
                  <c:v>1.39407468832</c:v>
                </c:pt>
                <c:pt idx="817">
                  <c:v>1.45086948387</c:v>
                </c:pt>
                <c:pt idx="818">
                  <c:v>1.47298168739</c:v>
                </c:pt>
                <c:pt idx="819">
                  <c:v>1.48180964194</c:v>
                </c:pt>
                <c:pt idx="820">
                  <c:v>1.48343788648</c:v>
                </c:pt>
                <c:pt idx="821">
                  <c:v>1.48989467589</c:v>
                </c:pt>
                <c:pt idx="822">
                  <c:v>1.49132292361</c:v>
                </c:pt>
                <c:pt idx="823">
                  <c:v>1.48635232656</c:v>
                </c:pt>
                <c:pt idx="824">
                  <c:v>1.46569690411</c:v>
                </c:pt>
                <c:pt idx="825">
                  <c:v>1.46843952953</c:v>
                </c:pt>
                <c:pt idx="826">
                  <c:v>1.45484053578</c:v>
                </c:pt>
                <c:pt idx="827">
                  <c:v>1.48906624305</c:v>
                </c:pt>
                <c:pt idx="828">
                  <c:v>1.48246652351</c:v>
                </c:pt>
                <c:pt idx="829">
                  <c:v>1.48538061241</c:v>
                </c:pt>
                <c:pt idx="830">
                  <c:v>1.48303789283</c:v>
                </c:pt>
                <c:pt idx="831">
                  <c:v>1.49475149073</c:v>
                </c:pt>
                <c:pt idx="832">
                  <c:v>1.50643576513</c:v>
                </c:pt>
                <c:pt idx="833">
                  <c:v>1.5106356984</c:v>
                </c:pt>
                <c:pt idx="834">
                  <c:v>1.49926520303</c:v>
                </c:pt>
                <c:pt idx="835">
                  <c:v>1.51392080862</c:v>
                </c:pt>
                <c:pt idx="836">
                  <c:v>1.51614939481</c:v>
                </c:pt>
                <c:pt idx="837">
                  <c:v>1.5261771547</c:v>
                </c:pt>
                <c:pt idx="838">
                  <c:v>1.52103447961</c:v>
                </c:pt>
                <c:pt idx="839">
                  <c:v>1.52460562568</c:v>
                </c:pt>
                <c:pt idx="840">
                  <c:v>1.50546457775</c:v>
                </c:pt>
                <c:pt idx="841">
                  <c:v>1.52640559707</c:v>
                </c:pt>
                <c:pt idx="842">
                  <c:v>1.51152119793</c:v>
                </c:pt>
                <c:pt idx="843">
                  <c:v>1.51126395883</c:v>
                </c:pt>
                <c:pt idx="844">
                  <c:v>1.50509320525</c:v>
                </c:pt>
                <c:pt idx="845">
                  <c:v>1.52056916655</c:v>
                </c:pt>
                <c:pt idx="846">
                  <c:v>1.54382200164</c:v>
                </c:pt>
                <c:pt idx="847">
                  <c:v>1.54776855877</c:v>
                </c:pt>
                <c:pt idx="848">
                  <c:v>1.56224084857</c:v>
                </c:pt>
                <c:pt idx="849">
                  <c:v>1.56758913936</c:v>
                </c:pt>
                <c:pt idx="850">
                  <c:v>1.57774262157</c:v>
                </c:pt>
                <c:pt idx="851">
                  <c:v>1.56444309628</c:v>
                </c:pt>
                <c:pt idx="852">
                  <c:v>1.57534002586</c:v>
                </c:pt>
                <c:pt idx="853">
                  <c:v>1.59084179886</c:v>
                </c:pt>
                <c:pt idx="854">
                  <c:v>1.57885814379</c:v>
                </c:pt>
                <c:pt idx="855">
                  <c:v>1.57974469687</c:v>
                </c:pt>
                <c:pt idx="856">
                  <c:v>1.5909274867</c:v>
                </c:pt>
                <c:pt idx="857">
                  <c:v>1.58863955115</c:v>
                </c:pt>
                <c:pt idx="858">
                  <c:v>1.58506436651</c:v>
                </c:pt>
                <c:pt idx="859">
                  <c:v>1.59081335331</c:v>
                </c:pt>
                <c:pt idx="860">
                  <c:v>1.59227162689</c:v>
                </c:pt>
                <c:pt idx="861">
                  <c:v>1.5939019785</c:v>
                </c:pt>
                <c:pt idx="862">
                  <c:v>1.60680098338</c:v>
                </c:pt>
                <c:pt idx="863">
                  <c:v>1.60525649519</c:v>
                </c:pt>
                <c:pt idx="864">
                  <c:v>1.61357945337</c:v>
                </c:pt>
                <c:pt idx="865">
                  <c:v>1.60522804964</c:v>
                </c:pt>
                <c:pt idx="866">
                  <c:v>1.61254997017</c:v>
                </c:pt>
                <c:pt idx="867">
                  <c:v>1.6159818735</c:v>
                </c:pt>
                <c:pt idx="868">
                  <c:v>1.61987153953</c:v>
                </c:pt>
                <c:pt idx="869">
                  <c:v>1.62493414565</c:v>
                </c:pt>
                <c:pt idx="870">
                  <c:v>1.62241724095</c:v>
                </c:pt>
                <c:pt idx="871">
                  <c:v>1.62459069193</c:v>
                </c:pt>
                <c:pt idx="872">
                  <c:v>1.6159818735</c:v>
                </c:pt>
                <c:pt idx="873">
                  <c:v>1.58414919229</c:v>
                </c:pt>
                <c:pt idx="874">
                  <c:v>1.61337928096</c:v>
                </c:pt>
                <c:pt idx="875">
                  <c:v>1.6024251091</c:v>
                </c:pt>
                <c:pt idx="876">
                  <c:v>1.62258879222</c:v>
                </c:pt>
                <c:pt idx="877">
                  <c:v>1.62808018873</c:v>
                </c:pt>
                <c:pt idx="878">
                  <c:v>1.64326712915</c:v>
                </c:pt>
                <c:pt idx="879">
                  <c:v>1.63840487103</c:v>
                </c:pt>
                <c:pt idx="880">
                  <c:v>1.65899769571</c:v>
                </c:pt>
                <c:pt idx="881">
                  <c:v>1.65982735768</c:v>
                </c:pt>
                <c:pt idx="882">
                  <c:v>1.65854028419</c:v>
                </c:pt>
                <c:pt idx="883">
                  <c:v>1.65124716039</c:v>
                </c:pt>
                <c:pt idx="884">
                  <c:v>1.65058922528</c:v>
                </c:pt>
                <c:pt idx="885">
                  <c:v>1.6281946733</c:v>
                </c:pt>
                <c:pt idx="886">
                  <c:v>1.61852739934</c:v>
                </c:pt>
                <c:pt idx="887">
                  <c:v>1.61103410312</c:v>
                </c:pt>
                <c:pt idx="888">
                  <c:v>1.63588814192</c:v>
                </c:pt>
                <c:pt idx="889">
                  <c:v>1.6311691651</c:v>
                </c:pt>
                <c:pt idx="890">
                  <c:v>1.63771831477</c:v>
                </c:pt>
                <c:pt idx="891">
                  <c:v>1.64023539506</c:v>
                </c:pt>
                <c:pt idx="892">
                  <c:v>1.65050318626</c:v>
                </c:pt>
                <c:pt idx="893">
                  <c:v>1.63139795866</c:v>
                </c:pt>
                <c:pt idx="894">
                  <c:v>1.61772670969</c:v>
                </c:pt>
                <c:pt idx="895">
                  <c:v>1.6304541633</c:v>
                </c:pt>
                <c:pt idx="896">
                  <c:v>1.64521196217</c:v>
                </c:pt>
                <c:pt idx="897">
                  <c:v>1.64758593674</c:v>
                </c:pt>
                <c:pt idx="898">
                  <c:v>1.65562285908</c:v>
                </c:pt>
                <c:pt idx="899">
                  <c:v>1.66031339034</c:v>
                </c:pt>
                <c:pt idx="900">
                  <c:v>1.66085684088</c:v>
                </c:pt>
                <c:pt idx="901">
                  <c:v>1.67052411484</c:v>
                </c:pt>
                <c:pt idx="902">
                  <c:v>1.67790310207</c:v>
                </c:pt>
                <c:pt idx="903">
                  <c:v>1.69226055612</c:v>
                </c:pt>
                <c:pt idx="904">
                  <c:v>1.6908305525</c:v>
                </c:pt>
                <c:pt idx="905">
                  <c:v>1.68745571587</c:v>
                </c:pt>
                <c:pt idx="906">
                  <c:v>1.70267162862</c:v>
                </c:pt>
                <c:pt idx="907">
                  <c:v>1.71419752099</c:v>
                </c:pt>
                <c:pt idx="908">
                  <c:v>1.72434555992</c:v>
                </c:pt>
                <c:pt idx="909">
                  <c:v>1.71289201056</c:v>
                </c:pt>
                <c:pt idx="910">
                  <c:v>1.70687876107</c:v>
                </c:pt>
                <c:pt idx="911">
                  <c:v>1.69951979108</c:v>
                </c:pt>
                <c:pt idx="912">
                  <c:v>1.70650651062</c:v>
                </c:pt>
                <c:pt idx="913">
                  <c:v>1.71440945792</c:v>
                </c:pt>
                <c:pt idx="914">
                  <c:v>1.71910560806</c:v>
                </c:pt>
                <c:pt idx="915">
                  <c:v>1.72735200907</c:v>
                </c:pt>
                <c:pt idx="916">
                  <c:v>1.73445338877</c:v>
                </c:pt>
                <c:pt idx="917">
                  <c:v>1.72715166107</c:v>
                </c:pt>
                <c:pt idx="918">
                  <c:v>1.74012283337</c:v>
                </c:pt>
                <c:pt idx="919">
                  <c:v>1.73096020459</c:v>
                </c:pt>
                <c:pt idx="920">
                  <c:v>1.75080343627</c:v>
                </c:pt>
                <c:pt idx="921">
                  <c:v>1.74868459373</c:v>
                </c:pt>
                <c:pt idx="922">
                  <c:v>1.6879803783</c:v>
                </c:pt>
                <c:pt idx="923">
                  <c:v>1.72380140702</c:v>
                </c:pt>
                <c:pt idx="924">
                  <c:v>1.71231923652</c:v>
                </c:pt>
                <c:pt idx="925">
                  <c:v>1.7244028022</c:v>
                </c:pt>
                <c:pt idx="926">
                  <c:v>1.71801747785</c:v>
                </c:pt>
                <c:pt idx="927">
                  <c:v>1.72929912475</c:v>
                </c:pt>
                <c:pt idx="928">
                  <c:v>1.75108982329</c:v>
                </c:pt>
                <c:pt idx="929">
                  <c:v>1.750631885</c:v>
                </c:pt>
                <c:pt idx="930">
                  <c:v>1.73376613016</c:v>
                </c:pt>
                <c:pt idx="931">
                  <c:v>1.74834096442</c:v>
                </c:pt>
                <c:pt idx="932">
                  <c:v>1.76701020246</c:v>
                </c:pt>
                <c:pt idx="933">
                  <c:v>1.79847923711</c:v>
                </c:pt>
                <c:pt idx="934">
                  <c:v>1.81230939488</c:v>
                </c:pt>
                <c:pt idx="935">
                  <c:v>1.82047028365</c:v>
                </c:pt>
                <c:pt idx="936">
                  <c:v>1.79263789007</c:v>
                </c:pt>
                <c:pt idx="937">
                  <c:v>1.80128551386</c:v>
                </c:pt>
                <c:pt idx="938">
                  <c:v>1.80990434091</c:v>
                </c:pt>
                <c:pt idx="939">
                  <c:v>1.77316655767</c:v>
                </c:pt>
                <c:pt idx="940">
                  <c:v>1.78470632163</c:v>
                </c:pt>
                <c:pt idx="941">
                  <c:v>1.75146207374</c:v>
                </c:pt>
                <c:pt idx="942">
                  <c:v>1.74593573486</c:v>
                </c:pt>
                <c:pt idx="943">
                  <c:v>1.78456304032</c:v>
                </c:pt>
                <c:pt idx="944">
                  <c:v>1.77980982349</c:v>
                </c:pt>
                <c:pt idx="945">
                  <c:v>1.7784068607</c:v>
                </c:pt>
                <c:pt idx="946">
                  <c:v>1.74209874578</c:v>
                </c:pt>
                <c:pt idx="947">
                  <c:v>1.74341602073</c:v>
                </c:pt>
                <c:pt idx="948">
                  <c:v>1.7285261783</c:v>
                </c:pt>
                <c:pt idx="949">
                  <c:v>1.70747998067</c:v>
                </c:pt>
                <c:pt idx="950">
                  <c:v>1.71767367295</c:v>
                </c:pt>
                <c:pt idx="951">
                  <c:v>1.67701321279</c:v>
                </c:pt>
                <c:pt idx="952">
                  <c:v>1.68961231023</c:v>
                </c:pt>
                <c:pt idx="953">
                  <c:v>1.73282110567</c:v>
                </c:pt>
                <c:pt idx="954">
                  <c:v>1.74350188416</c:v>
                </c:pt>
                <c:pt idx="955">
                  <c:v>1.75890690716</c:v>
                </c:pt>
                <c:pt idx="956">
                  <c:v>1.77316655767</c:v>
                </c:pt>
                <c:pt idx="957">
                  <c:v>1.76721072605</c:v>
                </c:pt>
                <c:pt idx="958">
                  <c:v>1.78104088382</c:v>
                </c:pt>
                <c:pt idx="959">
                  <c:v>1.78539340465</c:v>
                </c:pt>
                <c:pt idx="960">
                  <c:v>1.78373267599</c:v>
                </c:pt>
                <c:pt idx="961">
                  <c:v>1.79100578255</c:v>
                </c:pt>
                <c:pt idx="962">
                  <c:v>1.78756948948</c:v>
                </c:pt>
                <c:pt idx="963">
                  <c:v>1.78977437104</c:v>
                </c:pt>
                <c:pt idx="964">
                  <c:v>1.79710489547</c:v>
                </c:pt>
                <c:pt idx="965">
                  <c:v>1.79129216957</c:v>
                </c:pt>
                <c:pt idx="966">
                  <c:v>1.75704565491</c:v>
                </c:pt>
                <c:pt idx="967">
                  <c:v>1.74822647985</c:v>
                </c:pt>
                <c:pt idx="968">
                  <c:v>1.75169104289</c:v>
                </c:pt>
                <c:pt idx="969">
                  <c:v>1.71921991704</c:v>
                </c:pt>
                <c:pt idx="970">
                  <c:v>1.7441315493</c:v>
                </c:pt>
                <c:pt idx="971">
                  <c:v>1.76686727233</c:v>
                </c:pt>
                <c:pt idx="972">
                  <c:v>1.77533667244</c:v>
                </c:pt>
                <c:pt idx="973">
                  <c:v>1.78365102672</c:v>
                </c:pt>
                <c:pt idx="974">
                  <c:v>1.78761699699</c:v>
                </c:pt>
              </c:numCache>
            </c:numRef>
          </c:yVal>
        </c:ser>
        <c:dLbls>
          <c:txPr>
            <a:bodyPr xmlns:a="http://schemas.openxmlformats.org/drawingml/2006/main" anchorCtr="1"/>
            <a:lstStyle xmlns:a="http://schemas.openxmlformats.org/drawingml/2006/main"/>
            <a:p xmlns:a="http://schemas.openxmlformats.org/drawingml/2006/main">
              <a:pPr>
                <a:defRPr>
                  <a:latin typeface="Poppins"/>
                  <a:ea typeface="Poppins"/>
                  <a:cs typeface="Poppins"/>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6"/>
        </c:scaling>
        <c:delete val="0"/>
        <c:axPos val="l"/>
        <c:majorGridlines>
          <c:spPr>
            <a:ln xmlns:a="http://schemas.openxmlformats.org/drawingml/2006/main" w="9525">
              <a:solidFill>
                <a:srgbClr val="222220"/>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Poppins"/>
                <a:ea typeface="Poppins"/>
                <a:cs typeface="Poppins"/>
              </a:defRPr>
            </a:pPr>
          </a:p>
        </c:txPr>
        <c:crossAx val="48650112"/>
        <c:majorUnit val="0.4"/>
      </c:valAx>
      <c:valAx>
        <c:axId val="48650112"/>
        <c:scaling>
          <c:orientation val="minMax"/>
          <c:max val="2026"/>
          <c:min val="2022"/>
        </c:scaling>
        <c:delete val="0"/>
        <c:axPos val="b"/>
        <c:numFmt formatCode="0"/>
        <c:majorTickMark val="none"/>
        <c:minorTickMark val="none"/>
        <c:spPr>
          <a:ln xmlns:a="http://schemas.openxmlformats.org/drawingml/2006/main" w="9525">
            <a:solidFill>
              <a:srgbClr val="222220"/>
            </a:solid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Poppins"/>
                <a:ea typeface="Poppins"/>
                <a:cs typeface="Poppins"/>
              </a:defRPr>
            </a:pPr>
          </a:p>
        </c:txPr>
        <c:crossAx val="48672768"/>
        <c:majorUnit val="1"/>
      </c:valAx>
      <c:spPr>
        <a:solidFill xmlns:a="http://schemas.openxmlformats.org/drawingml/2006/main">
          <a:srgbClr val="050505"/>
        </a:solidFill>
        <a:ln xmlns:a="http://schemas.openxmlformats.org/drawingml/2006/main" w="0">
          <a:noFill/>
        </a:ln>
      </c:spPr>
    </c:plotArea>
    <c:plotVisOnly val="1"/>
  </c:chart>
  <c:spPr>
    <a:solidFill xmlns:a="http://schemas.openxmlformats.org/drawingml/2006/main">
      <a:srgbClr val="05050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D67FB8-9FCE-4FD7-84AF-CB1C5CA56064}"/>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DDEF9C9D-3886-4F5D-B977-6D151B63606B}"/>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5716C828-E820-43F2-942E-27A59D0D9666}"/>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DATA</a:t>
            </a:r>
          </a:p>
        </p:txBody>
      </p:sp>
      <p:sp>
        <p:nvSpPr>
          <p:cNvPr id="4" name="">
            <a:extLst xmlns:a="http://schemas.openxmlformats.org/drawingml/2006/main">
              <a:ext uri="{FF2B5EF4-FFF2-40B4-BE49-F238E27FC236}">
                <a16:creationId xmlns:a16="http://schemas.microsoft.com/office/drawing/2014/main" id="{E4E4DE05-DF7D-4595-B1EE-41F617A48F4A}"/>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SOURCES</a:t>
            </a:r>
          </a:p>
        </p:txBody>
      </p:sp>
      <p:sp>
        <p:nvSpPr>
          <p:cNvPr id="5" name="">
            <a:extLst xmlns:a="http://schemas.openxmlformats.org/drawingml/2006/main">
              <a:ext uri="{FF2B5EF4-FFF2-40B4-BE49-F238E27FC236}">
                <a16:creationId xmlns:a16="http://schemas.microsoft.com/office/drawing/2014/main" id="{28F3C4A1-AADA-45DF-A386-C1019D6FFEA3}"/>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We downloaded daily price histories from Yahoo Finance.</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We test two separate groups drawn from historical NYSE and NASDAQ lists.</a:t>
            </a:r>
          </a:p>
        </p:txBody>
      </p:sp>
      <p:sp>
        <p:nvSpPr>
          <p:cNvPr id="6" name="">
            <a:extLst xmlns:a="http://schemas.openxmlformats.org/drawingml/2006/main">
              <a:ext uri="{FF2B5EF4-FFF2-40B4-BE49-F238E27FC236}">
                <a16:creationId xmlns:a16="http://schemas.microsoft.com/office/drawing/2014/main" id="{146CE3DB-E00D-46FA-AA80-C3DBFBBE2969}"/>
              </a:ext>
            </a:extLst>
          </p:cNvPr>
          <p:cNvSpPr>
            <a:spLocks xmlns:a="http://schemas.openxmlformats.org/drawingml/2006/main" noGrp="1"/>
          </p:cNvSpPr>
          <p:nvPr/>
        </p:nvSpPr>
        <p:spPr>
          <a:xfrm xmlns:a="http://schemas.openxmlformats.org/drawingml/2006/main">
            <a:off x="685800" y="32289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HISTORIES RECOVERED OUT OF 100 SELECTED</a:t>
            </a:r>
          </a:p>
        </p:txBody>
      </p:sp>
      <p:graphicFrame>
        <p:nvGraphicFramePr>
          <p:cNvPr id="7" name="Chart">
            <a:extLst xmlns:a="http://schemas.openxmlformats.org/drawingml/2006/main">
              <a:ext uri="{FF2B5EF4-FFF2-40B4-BE49-F238E27FC236}">
                <a16:creationId xmlns:a16="http://schemas.microsoft.com/office/drawing/2014/main" id="{216D794C-EC3E-41EB-B9D6-304789CB5A32}"/>
              </a:ext>
            </a:extLst>
          </p:cNvPr>
          <p:cNvGraphicFramePr/>
          <p:nvPr/>
        </p:nvGraphicFramePr>
        <p:xfrm>
          <a:off xmlns:a="http://schemas.openxmlformats.org/drawingml/2006/main" x="628650" y="3705225"/>
          <a:ext xmlns:a="http://schemas.openxmlformats.org/drawingml/2006/main" cx="6619875" cy="2038350"/>
        </p:xfrm>
        <a:graphic xmlns:a="http://schemas.openxmlformats.org/drawingml/2006/main">
          <a:graphicData uri="http://schemas.openxmlformats.org/drawingml/2006/chart">
            <c:chart xmlns:r="http://schemas.openxmlformats.org/officeDocument/2006/relationships" xmlns:c="http://schemas.openxmlformats.org/drawingml/2006/chart" r:id="Ra338cb8981884d35"/>
          </a:graphicData>
        </a:graphic>
      </p:graphicFrame>
      <p:sp>
        <p:nvSpPr>
          <p:cNvPr id="8" name="">
            <a:extLst xmlns:a="http://schemas.openxmlformats.org/drawingml/2006/main">
              <a:ext uri="{FF2B5EF4-FFF2-40B4-BE49-F238E27FC236}">
                <a16:creationId xmlns:a16="http://schemas.microsoft.com/office/drawing/2014/main" id="{BB7C8798-268B-41EB-8211-9643607DE2FC}"/>
              </a:ext>
            </a:extLst>
          </p:cNvPr>
          <p:cNvSpPr>
            <a:spLocks xmlns:a="http://schemas.openxmlformats.org/drawingml/2006/main" noGrp="1"/>
          </p:cNvSpPr>
          <p:nvPr/>
        </p:nvSpPr>
        <p:spPr>
          <a:xfrm xmlns:a="http://schemas.openxmlformats.org/drawingml/2006/main">
            <a:off x="952500" y="589597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AAAAA5"/>
                </a:solidFill>
                <a:latin typeface="Poppins"/>
                <a:ea typeface="Poppins"/>
                <a:cs typeface="Poppins"/>
              </a:defRPr>
            </a:defPPr>
          </a:lstStyle>
          <a:p xmlns:a="http://schemas.openxmlformats.org/drawingml/2006/main">
            <a:pPr>
              <a:defRPr sz="1275" b="0">
                <a:solidFill>
                  <a:srgbClr val="AAAAA5"/>
                </a:solidFill>
                <a:latin typeface="Poppins"/>
                <a:ea typeface="Poppins"/>
                <a:cs typeface="Poppins"/>
              </a:defRPr>
            </a:pPr>
            <a:r>
              <a:rPr sz="1275" b="0">
                <a:solidFill>
                  <a:srgbClr val="AAAAA5"/>
                </a:solidFill>
                <a:latin typeface="Poppins"/>
                <a:ea typeface="Poppins"/>
                <a:cs typeface="Poppins"/>
              </a:rPr>
              <a:t>Yellow: recovered history     Grey: unavailable or rejected</a:t>
            </a:r>
          </a:p>
        </p:txBody>
      </p:sp>
      <p:sp>
        <p:nvSpPr>
          <p:cNvPr id="9" name="">
            <a:extLst xmlns:a="http://schemas.openxmlformats.org/drawingml/2006/main">
              <a:ext uri="{FF2B5EF4-FFF2-40B4-BE49-F238E27FC236}">
                <a16:creationId xmlns:a16="http://schemas.microsoft.com/office/drawing/2014/main" id="{8A6BEFFA-DCDA-4FB2-88CE-7540FB5F2137}"/>
              </a:ext>
            </a:extLst>
          </p:cNvPr>
          <p:cNvSpPr>
            <a:spLocks xmlns:a="http://schemas.openxmlformats.org/drawingml/2006/main" noGrp="1"/>
          </p:cNvSpPr>
          <p:nvPr/>
        </p:nvSpPr>
        <p:spPr>
          <a:xfrm xmlns:a="http://schemas.openxmlformats.org/drawingml/2006/main">
            <a:off x="7991475" y="334327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MARKET COMPARISONS</a:t>
            </a:r>
          </a:p>
        </p:txBody>
      </p:sp>
      <p:sp>
        <p:nvSpPr>
          <p:cNvPr id="10" name="">
            <a:extLst xmlns:a="http://schemas.openxmlformats.org/drawingml/2006/main">
              <a:ext uri="{FF2B5EF4-FFF2-40B4-BE49-F238E27FC236}">
                <a16:creationId xmlns:a16="http://schemas.microsoft.com/office/drawing/2014/main" id="{DAD79F08-EF5E-4267-A559-5740895AA625}"/>
              </a:ext>
            </a:extLst>
          </p:cNvPr>
          <p:cNvSpPr>
            <a:spLocks xmlns:a="http://schemas.openxmlformats.org/drawingml/2006/main" noGrp="1"/>
          </p:cNvSpPr>
          <p:nvPr/>
        </p:nvSpPr>
        <p:spPr>
          <a:xfrm xmlns:a="http://schemas.openxmlformats.org/drawingml/2006/main">
            <a:off x="7924800" y="3714750"/>
            <a:ext cx="3638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D9D9D9"/>
                </a:solidFill>
                <a:latin typeface="Poppins"/>
                <a:ea typeface="Poppins"/>
                <a:cs typeface="Poppins"/>
              </a:defRPr>
            </a:defPPr>
          </a:lstStyle>
          <a:p xmlns:a="http://schemas.openxmlformats.org/drawingml/2006/main">
            <a:pPr>
              <a:defRPr sz="3600" b="1">
                <a:solidFill>
                  <a:srgbClr val="D9D9D9"/>
                </a:solidFill>
                <a:latin typeface="Poppins"/>
                <a:ea typeface="Poppins"/>
                <a:cs typeface="Poppins"/>
              </a:defRPr>
            </a:pPr>
            <a:r>
              <a:rPr sz="3600" b="1">
                <a:solidFill>
                  <a:srgbClr val="D9D9D9"/>
                </a:solidFill>
                <a:latin typeface="Poppins"/>
                <a:ea typeface="Poppins"/>
                <a:cs typeface="Poppins"/>
              </a:rPr>
              <a:t>CONTROLS</a:t>
            </a:r>
          </a:p>
        </p:txBody>
      </p:sp>
      <p:sp>
        <p:nvSpPr>
          <p:cNvPr id="11" name="">
            <a:extLst xmlns:a="http://schemas.openxmlformats.org/drawingml/2006/main">
              <a:ext uri="{FF2B5EF4-FFF2-40B4-BE49-F238E27FC236}">
                <a16:creationId xmlns:a16="http://schemas.microsoft.com/office/drawing/2014/main" id="{25EBF5F5-A989-40FA-8EAA-9DAF29C9A9C5}"/>
              </a:ext>
            </a:extLst>
          </p:cNvPr>
          <p:cNvSpPr>
            <a:spLocks xmlns:a="http://schemas.openxmlformats.org/drawingml/2006/main" noGrp="1"/>
          </p:cNvSpPr>
          <p:nvPr/>
        </p:nvSpPr>
        <p:spPr>
          <a:xfrm xmlns:a="http://schemas.openxmlformats.org/drawingml/2006/main">
            <a:off x="7991475" y="445770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NYSE: simulated basket.</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NASDAQ: QQQ. SPY: context.</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NYSX: no 2022–2025 history.</a:t>
            </a:r>
          </a:p>
        </p:txBody>
      </p:sp>
      <p:sp>
        <p:nvSpPr>
          <p:cNvPr id="12" name="">
            <a:extLst xmlns:a="http://schemas.openxmlformats.org/drawingml/2006/main">
              <a:ext uri="{FF2B5EF4-FFF2-40B4-BE49-F238E27FC236}">
                <a16:creationId xmlns:a16="http://schemas.microsoft.com/office/drawing/2014/main" id="{6BEB4621-2997-42DB-95FB-EC8E4DCF095E}"/>
              </a:ext>
            </a:extLst>
          </p:cNvPr>
          <p:cNvSpPr>
            <a:spLocks xmlns:a="http://schemas.openxmlformats.org/drawingml/2006/main" noGrp="1"/>
          </p:cNvSpPr>
          <p:nvPr/>
        </p:nvSpPr>
        <p:spPr>
          <a:xfrm xmlns:a="http://schemas.openxmlformats.org/drawingml/2006/main">
            <a:off x="685800" y="64008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Poppins"/>
                <a:ea typeface="Poppins"/>
                <a:cs typeface="Poppins"/>
              </a:defRPr>
            </a:defPPr>
          </a:lstStyle>
          <a:p xmlns:a="http://schemas.openxmlformats.org/drawingml/2006/main">
            <a:pPr>
              <a:defRPr sz="1200" b="0">
                <a:solidFill>
                  <a:srgbClr val="AAAAA5"/>
                </a:solidFill>
                <a:latin typeface="Poppins"/>
                <a:ea typeface="Poppins"/>
                <a:cs typeface="Poppins"/>
              </a:defRPr>
            </a:pPr>
            <a:r>
              <a:rPr sz="1200" b="0">
                <a:solidFill>
                  <a:srgbClr val="AAAAA5"/>
                </a:solidFill>
                <a:latin typeface="Poppins"/>
                <a:ea typeface="Poppins"/>
                <a:cs typeface="Poppins"/>
              </a:rPr>
              <a:t>Prices: 2018–2025. Test years: 2022–2025. Recovered counts do not mean every name can trade every day.</a:t>
            </a:r>
          </a:p>
        </p:txBody>
      </p:sp>
    </p:spTree>
    <p:extLst>
      <p:ext uri="{BB962C8B-B14F-4D97-AF65-F5344CB8AC3E}">
        <p14:creationId xmlns:p14="http://schemas.microsoft.com/office/powerpoint/2010/main" val="320796060"/>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8C828B-30E1-41B0-B66C-2C5192FA86B0}"/>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DDDA8198-23C4-4D15-8492-35032E47D15C}"/>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E70ADCD1-C762-4BFA-B218-F1D4AD99806C}"/>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YEARLY</a:t>
            </a:r>
          </a:p>
        </p:txBody>
      </p:sp>
      <p:sp>
        <p:nvSpPr>
          <p:cNvPr id="4" name="">
            <a:extLst xmlns:a="http://schemas.openxmlformats.org/drawingml/2006/main">
              <a:ext uri="{FF2B5EF4-FFF2-40B4-BE49-F238E27FC236}">
                <a16:creationId xmlns:a16="http://schemas.microsoft.com/office/drawing/2014/main" id="{3D49CB6C-9A34-4E45-BE4C-FAD18DFDA049}"/>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TESTS</a:t>
            </a:r>
          </a:p>
        </p:txBody>
      </p:sp>
      <p:sp>
        <p:nvSpPr>
          <p:cNvPr id="5" name="">
            <a:extLst xmlns:a="http://schemas.openxmlformats.org/drawingml/2006/main">
              <a:ext uri="{FF2B5EF4-FFF2-40B4-BE49-F238E27FC236}">
                <a16:creationId xmlns:a16="http://schemas.microsoft.com/office/drawing/2014/main" id="{8AB40227-EEEB-405F-BAE5-B3C3F9847332}"/>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 model learns from earlier years. We use the next year to choose its settings, then measure results in the following year.</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We repeat this process for each test year.</a:t>
            </a:r>
          </a:p>
        </p:txBody>
      </p:sp>
      <p:graphicFrame>
        <p:nvGraphicFramePr>
          <p:cNvPr id="6" name="">
            <a:extLst xmlns:a="http://schemas.openxmlformats.org/drawingml/2006/main">
              <a:ext uri="{FF2B5EF4-FFF2-40B4-BE49-F238E27FC236}">
                <a16:creationId xmlns:a16="http://schemas.microsoft.com/office/drawing/2014/main" id="{B2B0E148-3286-4503-B96A-CAB984252A23}"/>
              </a:ext>
            </a:extLst>
          </p:cNvPr>
          <p:cNvGraphicFramePr/>
          <p:nvPr/>
        </p:nvGraphicFramePr>
        <p:xfrm>
          <a:off xmlns:a="http://schemas.openxmlformats.org/drawingml/2006/main" x="685800" y="3390900"/>
          <a:ext xmlns:a="http://schemas.openxmlformats.org/drawingml/2006/main" cx="10820400" cy="2333625"/>
        </p:xfrm>
        <a:graphic xmlns:a="http://schemas.openxmlformats.org/drawingml/2006/main">
          <a:graphicData uri="http://schemas.openxmlformats.org/drawingml/2006/table">
            <a:tbl>
              <a:tblPr/>
              <a:tblGrid>
                <a:gridCol w="1352550"/>
                <a:gridCol w="1352550"/>
                <a:gridCol w="1352550"/>
                <a:gridCol w="1352550"/>
                <a:gridCol w="1352550"/>
                <a:gridCol w="1352550"/>
                <a:gridCol w="1352550"/>
                <a:gridCol w="1352550"/>
              </a:tblGrid>
              <a:tr h="466725">
                <a:tc>
                  <a:txBody>
                    <a:bodyPr/>
                    <a:lstStyle/>
                    <a:p>
                      <a:r>
                        <a:rPr sz="1575" b="1">
                          <a:solidFill>
                            <a:srgbClr val="AAAAA5"/>
                          </a:solidFill>
                          <a:latin typeface="Poppins"/>
                          <a:ea typeface="Poppins"/>
                          <a:cs typeface="Poppins"/>
                        </a:rPr>
                        <a:t>Test year</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2019</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2020</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2021</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2022</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2023</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2024</a:t>
                      </a:r>
                    </a:p>
                  </a:txBody>
                  <a:tcPr marL="114300" marR="114300" marT="95250" marB="95250" anchor="ctr">
                    <a:solidFill>
                      <a:srgbClr val="050505"/>
                    </a:solidFill>
                  </a:tcPr>
                </a:tc>
                <a:tc>
                  <a:txBody>
                    <a:bodyPr/>
                    <a:lstStyle/>
                    <a:p>
                      <a:r>
                        <a:rPr sz="1575" b="1">
                          <a:solidFill>
                            <a:srgbClr val="AAAAA5"/>
                          </a:solidFill>
                          <a:latin typeface="Poppins"/>
                          <a:ea typeface="Poppins"/>
                          <a:cs typeface="Poppins"/>
                        </a:rPr>
                        <a:t>2025</a:t>
                      </a:r>
                    </a:p>
                  </a:txBody>
                  <a:tcPr marL="114300" marR="114300" marT="95250" marB="95250" anchor="ctr">
                    <a:solidFill>
                      <a:srgbClr val="050505"/>
                    </a:solidFill>
                  </a:tcPr>
                </a:tc>
              </a:tr>
              <a:tr h="466725">
                <a:tc>
                  <a:txBody>
                    <a:bodyPr/>
                    <a:lstStyle/>
                    <a:p>
                      <a:r>
                        <a:rPr sz="1800" b="1">
                          <a:solidFill>
                            <a:srgbClr val="D9D9D9"/>
                          </a:solidFill>
                          <a:latin typeface="Poppins"/>
                          <a:ea typeface="Poppins"/>
                          <a:cs typeface="Poppins"/>
                        </a:rPr>
                        <a:t>2022</a:t>
                      </a:r>
                    </a:p>
                  </a:txBody>
                  <a:tcPr marL="114300" marR="114300" marT="95250" marB="95250" anchor="ctr">
                    <a:solidFill>
                      <a:srgbClr val="050505"/>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1">
                          <a:solidFill>
                            <a:srgbClr val="050505"/>
                          </a:solidFill>
                          <a:latin typeface="Poppins"/>
                          <a:ea typeface="Poppins"/>
                          <a:cs typeface="Poppins"/>
                        </a:rPr>
                        <a:t>Choose</a:t>
                      </a:r>
                    </a:p>
                  </a:txBody>
                  <a:tcPr marL="114300" marR="114300" marT="95250" marB="95250" anchor="ctr">
                    <a:solidFill>
                      <a:srgbClr val="D9D9D9"/>
                    </a:solidFill>
                  </a:tcPr>
                </a:tc>
                <a:tc>
                  <a:txBody>
                    <a:bodyPr/>
                    <a:lstStyle/>
                    <a:p>
                      <a:r>
                        <a:rPr sz="1575" b="1">
                          <a:solidFill>
                            <a:srgbClr val="050505"/>
                          </a:solidFill>
                          <a:latin typeface="Poppins"/>
                          <a:ea typeface="Poppins"/>
                          <a:cs typeface="Poppins"/>
                        </a:rPr>
                        <a:t>Test</a:t>
                      </a:r>
                    </a:p>
                  </a:txBody>
                  <a:tcPr marL="114300" marR="114300" marT="95250" marB="95250" anchor="ctr">
                    <a:solidFill>
                      <a:srgbClr val="FFDA37"/>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r>
              <a:tr h="466725">
                <a:tc>
                  <a:txBody>
                    <a:bodyPr/>
                    <a:lstStyle/>
                    <a:p>
                      <a:r>
                        <a:rPr sz="1800" b="1">
                          <a:solidFill>
                            <a:srgbClr val="D9D9D9"/>
                          </a:solidFill>
                          <a:latin typeface="Poppins"/>
                          <a:ea typeface="Poppins"/>
                          <a:cs typeface="Poppins"/>
                        </a:rPr>
                        <a:t>2023</a:t>
                      </a:r>
                    </a:p>
                  </a:txBody>
                  <a:tcPr marL="114300" marR="114300" marT="95250" marB="95250" anchor="ctr">
                    <a:solidFill>
                      <a:srgbClr val="050505"/>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1">
                          <a:solidFill>
                            <a:srgbClr val="050505"/>
                          </a:solidFill>
                          <a:latin typeface="Poppins"/>
                          <a:ea typeface="Poppins"/>
                          <a:cs typeface="Poppins"/>
                        </a:rPr>
                        <a:t>Choose</a:t>
                      </a:r>
                    </a:p>
                  </a:txBody>
                  <a:tcPr marL="114300" marR="114300" marT="95250" marB="95250" anchor="ctr">
                    <a:solidFill>
                      <a:srgbClr val="D9D9D9"/>
                    </a:solidFill>
                  </a:tcPr>
                </a:tc>
                <a:tc>
                  <a:txBody>
                    <a:bodyPr/>
                    <a:lstStyle/>
                    <a:p>
                      <a:r>
                        <a:rPr sz="1575" b="1">
                          <a:solidFill>
                            <a:srgbClr val="050505"/>
                          </a:solidFill>
                          <a:latin typeface="Poppins"/>
                          <a:ea typeface="Poppins"/>
                          <a:cs typeface="Poppins"/>
                        </a:rPr>
                        <a:t>Test</a:t>
                      </a:r>
                    </a:p>
                  </a:txBody>
                  <a:tcPr marL="114300" marR="114300" marT="95250" marB="95250" anchor="ctr">
                    <a:solidFill>
                      <a:srgbClr val="FFDA37"/>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r>
              <a:tr h="466725">
                <a:tc>
                  <a:txBody>
                    <a:bodyPr/>
                    <a:lstStyle/>
                    <a:p>
                      <a:r>
                        <a:rPr sz="1800" b="1">
                          <a:solidFill>
                            <a:srgbClr val="D9D9D9"/>
                          </a:solidFill>
                          <a:latin typeface="Poppins"/>
                          <a:ea typeface="Poppins"/>
                          <a:cs typeface="Poppins"/>
                        </a:rPr>
                        <a:t>2024</a:t>
                      </a:r>
                    </a:p>
                  </a:txBody>
                  <a:tcPr marL="114300" marR="114300" marT="95250" marB="95250" anchor="ctr">
                    <a:solidFill>
                      <a:srgbClr val="050505"/>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1">
                          <a:solidFill>
                            <a:srgbClr val="050505"/>
                          </a:solidFill>
                          <a:latin typeface="Poppins"/>
                          <a:ea typeface="Poppins"/>
                          <a:cs typeface="Poppins"/>
                        </a:rPr>
                        <a:t>Choose</a:t>
                      </a:r>
                    </a:p>
                  </a:txBody>
                  <a:tcPr marL="114300" marR="114300" marT="95250" marB="95250" anchor="ctr">
                    <a:solidFill>
                      <a:srgbClr val="D9D9D9"/>
                    </a:solidFill>
                  </a:tcPr>
                </a:tc>
                <a:tc>
                  <a:txBody>
                    <a:bodyPr/>
                    <a:lstStyle/>
                    <a:p>
                      <a:r>
                        <a:rPr sz="1575" b="1">
                          <a:solidFill>
                            <a:srgbClr val="050505"/>
                          </a:solidFill>
                          <a:latin typeface="Poppins"/>
                          <a:ea typeface="Poppins"/>
                          <a:cs typeface="Poppins"/>
                        </a:rPr>
                        <a:t>Test</a:t>
                      </a:r>
                    </a:p>
                  </a:txBody>
                  <a:tcPr marL="114300" marR="114300" marT="95250" marB="95250" anchor="ctr">
                    <a:solidFill>
                      <a:srgbClr val="FFDA37"/>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r>
              <a:tr h="466725">
                <a:tc>
                  <a:txBody>
                    <a:bodyPr/>
                    <a:lstStyle/>
                    <a:p>
                      <a:r>
                        <a:rPr sz="1800" b="1">
                          <a:solidFill>
                            <a:srgbClr val="D9D9D9"/>
                          </a:solidFill>
                          <a:latin typeface="Poppins"/>
                          <a:ea typeface="Poppins"/>
                          <a:cs typeface="Poppins"/>
                        </a:rPr>
                        <a:t>2025</a:t>
                      </a:r>
                    </a:p>
                  </a:txBody>
                  <a:tcPr marL="114300" marR="114300" marT="95250" marB="95250" anchor="ctr">
                    <a:solidFill>
                      <a:srgbClr val="050505"/>
                    </a:solidFill>
                  </a:tcPr>
                </a:tc>
                <a:tc>
                  <a:txBody>
                    <a:bodyPr/>
                    <a:lstStyle/>
                    <a:p>
                      <a:r>
                        <a:rPr sz="1650">
                          <a:solidFill>
                            <a:srgbClr val="D9D9D9"/>
                          </a:solidFill>
                          <a:latin typeface="Poppins"/>
                          <a:ea typeface="Poppins"/>
                          <a:cs typeface="Poppins"/>
                        </a:rPr>
                        <a:t/>
                      </a:r>
                    </a:p>
                  </a:txBody>
                  <a:tcPr marL="114300" marR="114300" marT="95250" marB="95250" anchor="ctr">
                    <a:solidFill>
                      <a:srgbClr val="050505"/>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0">
                          <a:solidFill>
                            <a:srgbClr val="D9D9D9"/>
                          </a:solidFill>
                          <a:latin typeface="Poppins"/>
                          <a:ea typeface="Poppins"/>
                          <a:cs typeface="Poppins"/>
                        </a:rPr>
                        <a:t>Learn</a:t>
                      </a:r>
                    </a:p>
                  </a:txBody>
                  <a:tcPr marL="114300" marR="114300" marT="95250" marB="95250" anchor="ctr">
                    <a:solidFill>
                      <a:srgbClr val="41413E"/>
                    </a:solidFill>
                  </a:tcPr>
                </a:tc>
                <a:tc>
                  <a:txBody>
                    <a:bodyPr/>
                    <a:lstStyle/>
                    <a:p>
                      <a:r>
                        <a:rPr sz="1575" b="1">
                          <a:solidFill>
                            <a:srgbClr val="050505"/>
                          </a:solidFill>
                          <a:latin typeface="Poppins"/>
                          <a:ea typeface="Poppins"/>
                          <a:cs typeface="Poppins"/>
                        </a:rPr>
                        <a:t>Choose</a:t>
                      </a:r>
                    </a:p>
                  </a:txBody>
                  <a:tcPr marL="114300" marR="114300" marT="95250" marB="95250" anchor="ctr">
                    <a:solidFill>
                      <a:srgbClr val="D9D9D9"/>
                    </a:solidFill>
                  </a:tcPr>
                </a:tc>
                <a:tc>
                  <a:txBody>
                    <a:bodyPr/>
                    <a:lstStyle/>
                    <a:p>
                      <a:r>
                        <a:rPr sz="1575" b="1">
                          <a:solidFill>
                            <a:srgbClr val="050505"/>
                          </a:solidFill>
                          <a:latin typeface="Poppins"/>
                          <a:ea typeface="Poppins"/>
                          <a:cs typeface="Poppins"/>
                        </a:rPr>
                        <a:t>Test</a:t>
                      </a:r>
                    </a:p>
                  </a:txBody>
                  <a:tcPr marL="114300" marR="114300" marT="95250" marB="95250" anchor="ctr">
                    <a:solidFill>
                      <a:srgbClr val="FFDA37"/>
                    </a:solidFill>
                  </a:tcPr>
                </a:tc>
              </a:tr>
            </a:tbl>
          </a:graphicData>
        </a:graphic>
      </p:graphicFrame>
      <p:sp>
        <p:nvSpPr>
          <p:cNvPr id="7" name="">
            <a:extLst xmlns:a="http://schemas.openxmlformats.org/drawingml/2006/main">
              <a:ext uri="{FF2B5EF4-FFF2-40B4-BE49-F238E27FC236}">
                <a16:creationId xmlns:a16="http://schemas.microsoft.com/office/drawing/2014/main" id="{C6BC97DB-366B-4590-B8B0-15F3A1CDF570}"/>
              </a:ext>
            </a:extLst>
          </p:cNvPr>
          <p:cNvSpPr>
            <a:spLocks xmlns:a="http://schemas.openxmlformats.org/drawingml/2006/main" noGrp="1"/>
          </p:cNvSpPr>
          <p:nvPr/>
        </p:nvSpPr>
        <p:spPr>
          <a:xfrm xmlns:a="http://schemas.openxmlformats.org/drawingml/2006/main">
            <a:off x="781050" y="60198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D9D9D9"/>
                </a:solidFill>
                <a:latin typeface="Poppins"/>
                <a:ea typeface="Poppins"/>
                <a:cs typeface="Poppins"/>
              </a:defRPr>
            </a:defPPr>
          </a:lstStyle>
          <a:p xmlns:a="http://schemas.openxmlformats.org/drawingml/2006/main">
            <a:pPr>
              <a:defRPr sz="1575" b="0">
                <a:solidFill>
                  <a:srgbClr val="D9D9D9"/>
                </a:solidFill>
                <a:latin typeface="Poppins"/>
                <a:ea typeface="Poppins"/>
                <a:cs typeface="Poppins"/>
              </a:defRPr>
            </a:pPr>
            <a:r>
              <a:rPr sz="1575" b="0">
                <a:solidFill>
                  <a:srgbClr val="D9D9D9"/>
                </a:solidFill>
                <a:latin typeface="Poppins"/>
                <a:ea typeface="Poppins"/>
                <a:cs typeface="Poppins"/>
              </a:rPr>
              <a:t>Learn = find past patterns</a:t>
            </a:r>
          </a:p>
        </p:txBody>
      </p:sp>
      <p:sp>
        <p:nvSpPr>
          <p:cNvPr id="8" name="">
            <a:extLst xmlns:a="http://schemas.openxmlformats.org/drawingml/2006/main">
              <a:ext uri="{FF2B5EF4-FFF2-40B4-BE49-F238E27FC236}">
                <a16:creationId xmlns:a16="http://schemas.microsoft.com/office/drawing/2014/main" id="{28A4338C-933C-4F89-8198-7289806736C8}"/>
              </a:ext>
            </a:extLst>
          </p:cNvPr>
          <p:cNvSpPr>
            <a:spLocks xmlns:a="http://schemas.openxmlformats.org/drawingml/2006/main" noGrp="1"/>
          </p:cNvSpPr>
          <p:nvPr/>
        </p:nvSpPr>
        <p:spPr>
          <a:xfrm xmlns:a="http://schemas.openxmlformats.org/drawingml/2006/main">
            <a:off x="4371975" y="6019800"/>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D9D9D9"/>
                </a:solidFill>
                <a:latin typeface="Poppins"/>
                <a:ea typeface="Poppins"/>
                <a:cs typeface="Poppins"/>
              </a:defRPr>
            </a:defPPr>
          </a:lstStyle>
          <a:p xmlns:a="http://schemas.openxmlformats.org/drawingml/2006/main">
            <a:pPr>
              <a:defRPr sz="1575" b="0">
                <a:solidFill>
                  <a:srgbClr val="D9D9D9"/>
                </a:solidFill>
                <a:latin typeface="Poppins"/>
                <a:ea typeface="Poppins"/>
                <a:cs typeface="Poppins"/>
              </a:defRPr>
            </a:pPr>
            <a:r>
              <a:rPr sz="1575" b="0">
                <a:solidFill>
                  <a:srgbClr val="D9D9D9"/>
                </a:solidFill>
                <a:latin typeface="Poppins"/>
                <a:ea typeface="Poppins"/>
                <a:cs typeface="Poppins"/>
              </a:rPr>
              <a:t>Choose = select settings</a:t>
            </a:r>
          </a:p>
        </p:txBody>
      </p:sp>
      <p:sp>
        <p:nvSpPr>
          <p:cNvPr id="9" name="">
            <a:extLst xmlns:a="http://schemas.openxmlformats.org/drawingml/2006/main">
              <a:ext uri="{FF2B5EF4-FFF2-40B4-BE49-F238E27FC236}">
                <a16:creationId xmlns:a16="http://schemas.microsoft.com/office/drawing/2014/main" id="{B8F28769-3F74-4073-9722-08EC4CB40680}"/>
              </a:ext>
            </a:extLst>
          </p:cNvPr>
          <p:cNvSpPr>
            <a:spLocks xmlns:a="http://schemas.openxmlformats.org/drawingml/2006/main" noGrp="1"/>
          </p:cNvSpPr>
          <p:nvPr/>
        </p:nvSpPr>
        <p:spPr>
          <a:xfrm xmlns:a="http://schemas.openxmlformats.org/drawingml/2006/main">
            <a:off x="8115300" y="60198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FFDA37"/>
                </a:solidFill>
                <a:latin typeface="Poppins"/>
                <a:ea typeface="Poppins"/>
                <a:cs typeface="Poppins"/>
              </a:defRPr>
            </a:defPPr>
          </a:lstStyle>
          <a:p xmlns:a="http://schemas.openxmlformats.org/drawingml/2006/main">
            <a:pPr>
              <a:defRPr sz="1575" b="1">
                <a:solidFill>
                  <a:srgbClr val="FFDA37"/>
                </a:solidFill>
                <a:latin typeface="Poppins"/>
                <a:ea typeface="Poppins"/>
                <a:cs typeface="Poppins"/>
              </a:defRPr>
            </a:pPr>
            <a:r>
              <a:rPr sz="1575" b="1">
                <a:solidFill>
                  <a:srgbClr val="FFDA37"/>
                </a:solidFill>
                <a:latin typeface="Poppins"/>
                <a:ea typeface="Poppins"/>
                <a:cs typeface="Poppins"/>
              </a:rPr>
              <a:t>Test = measure later results</a:t>
            </a:r>
          </a:p>
        </p:txBody>
      </p:sp>
      <p:sp>
        <p:nvSpPr>
          <p:cNvPr id="10" name="">
            <a:extLst xmlns:a="http://schemas.openxmlformats.org/drawingml/2006/main">
              <a:ext uri="{FF2B5EF4-FFF2-40B4-BE49-F238E27FC236}">
                <a16:creationId xmlns:a16="http://schemas.microsoft.com/office/drawing/2014/main" id="{FD2D6A6D-34BE-489B-9353-6C3001BADAF5}"/>
              </a:ext>
            </a:extLst>
          </p:cNvPr>
          <p:cNvSpPr>
            <a:spLocks xmlns:a="http://schemas.openxmlformats.org/drawingml/2006/main" noGrp="1"/>
          </p:cNvSpPr>
          <p:nvPr/>
        </p:nvSpPr>
        <p:spPr>
          <a:xfrm xmlns:a="http://schemas.openxmlformats.org/drawingml/2006/main">
            <a:off x="685800" y="64674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Poppins"/>
                <a:ea typeface="Poppins"/>
                <a:cs typeface="Poppins"/>
              </a:defRPr>
            </a:defPPr>
          </a:lstStyle>
          <a:p xmlns:a="http://schemas.openxmlformats.org/drawingml/2006/main">
            <a:pPr>
              <a:defRPr sz="1200" b="0">
                <a:solidFill>
                  <a:srgbClr val="AAAAA5"/>
                </a:solidFill>
                <a:latin typeface="Poppins"/>
                <a:ea typeface="Poppins"/>
                <a:cs typeface="Poppins"/>
              </a:defRPr>
            </a:pPr>
            <a:r>
              <a:rPr sz="1200" b="0">
                <a:solidFill>
                  <a:srgbClr val="AAAAA5"/>
                </a:solidFill>
                <a:latin typeface="Poppins"/>
                <a:ea typeface="Poppins"/>
                <a:cs typeface="Poppins"/>
              </a:rPr>
              <a:t>Prices start in 2018. Building enough history delays the first training signal until January 2019.</a:t>
            </a:r>
          </a:p>
        </p:txBody>
      </p:sp>
    </p:spTree>
    <p:extLst>
      <p:ext uri="{BB962C8B-B14F-4D97-AF65-F5344CB8AC3E}">
        <p14:creationId xmlns:p14="http://schemas.microsoft.com/office/powerpoint/2010/main" val="940791485"/>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CBB967-A31F-491E-9E06-7B95D0942D03}"/>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1C4A706A-78A9-4717-9BF7-D6305077D891}"/>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B5D018EC-6673-4729-A3C6-CAB5BDA2E508}"/>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MODEL</a:t>
            </a:r>
          </a:p>
        </p:txBody>
      </p:sp>
      <p:sp>
        <p:nvSpPr>
          <p:cNvPr id="4" name="">
            <a:extLst xmlns:a="http://schemas.openxmlformats.org/drawingml/2006/main">
              <a:ext uri="{FF2B5EF4-FFF2-40B4-BE49-F238E27FC236}">
                <a16:creationId xmlns:a16="http://schemas.microsoft.com/office/drawing/2014/main" id="{93D2D3A2-8CF3-4614-829E-568FAEB7A4AE}"/>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INPUTS</a:t>
            </a:r>
          </a:p>
        </p:txBody>
      </p:sp>
      <p:sp>
        <p:nvSpPr>
          <p:cNvPr id="5" name="">
            <a:extLst xmlns:a="http://schemas.openxmlformats.org/drawingml/2006/main">
              <a:ext uri="{FF2B5EF4-FFF2-40B4-BE49-F238E27FC236}">
                <a16:creationId xmlns:a16="http://schemas.microsoft.com/office/drawing/2014/main" id="{5500B7D9-E180-468B-8279-5505AD16222B}"/>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For each security, the model sees the previous 16 trading days.</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Each day contains five measurements of price movement and trading activity.</a:t>
            </a:r>
          </a:p>
        </p:txBody>
      </p:sp>
      <p:sp>
        <p:nvSpPr>
          <p:cNvPr id="6" name="">
            <a:extLst xmlns:a="http://schemas.openxmlformats.org/drawingml/2006/main">
              <a:ext uri="{FF2B5EF4-FFF2-40B4-BE49-F238E27FC236}">
                <a16:creationId xmlns:a16="http://schemas.microsoft.com/office/drawing/2014/main" id="{3CB50C97-CFA2-4E6C-B7AC-EF44D84FF7E5}"/>
              </a:ext>
            </a:extLst>
          </p:cNvPr>
          <p:cNvSpPr>
            <a:spLocks xmlns:a="http://schemas.openxmlformats.org/drawingml/2006/main" noGrp="1"/>
          </p:cNvSpPr>
          <p:nvPr/>
        </p:nvSpPr>
        <p:spPr>
          <a:xfrm xmlns:a="http://schemas.openxmlformats.org/drawingml/2006/main">
            <a:off x="676275" y="3419475"/>
            <a:ext cx="238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75" b="1">
                <a:solidFill>
                  <a:srgbClr val="FFDA37"/>
                </a:solidFill>
                <a:latin typeface="Poppins"/>
                <a:ea typeface="Poppins"/>
                <a:cs typeface="Poppins"/>
              </a:defRPr>
            </a:defPPr>
          </a:lstStyle>
          <a:p xmlns:a="http://schemas.openxmlformats.org/drawingml/2006/main">
            <a:pPr>
              <a:defRPr sz="7875" b="1">
                <a:solidFill>
                  <a:srgbClr val="FFDA37"/>
                </a:solidFill>
                <a:latin typeface="Poppins"/>
                <a:ea typeface="Poppins"/>
                <a:cs typeface="Poppins"/>
              </a:defRPr>
            </a:pPr>
            <a:r>
              <a:rPr sz="7875" b="1">
                <a:solidFill>
                  <a:srgbClr val="FFDA37"/>
                </a:solidFill>
                <a:latin typeface="Poppins"/>
                <a:ea typeface="Poppins"/>
                <a:cs typeface="Poppins"/>
              </a:rPr>
              <a:t>16</a:t>
            </a:r>
          </a:p>
        </p:txBody>
      </p:sp>
      <p:sp>
        <p:nvSpPr>
          <p:cNvPr id="7" name="">
            <a:extLst xmlns:a="http://schemas.openxmlformats.org/drawingml/2006/main">
              <a:ext uri="{FF2B5EF4-FFF2-40B4-BE49-F238E27FC236}">
                <a16:creationId xmlns:a16="http://schemas.microsoft.com/office/drawing/2014/main" id="{7A8CB56D-EE72-449C-8588-8222DCD64A88}"/>
              </a:ext>
            </a:extLst>
          </p:cNvPr>
          <p:cNvSpPr>
            <a:spLocks xmlns:a="http://schemas.openxmlformats.org/drawingml/2006/main" noGrp="1"/>
          </p:cNvSpPr>
          <p:nvPr/>
        </p:nvSpPr>
        <p:spPr>
          <a:xfrm xmlns:a="http://schemas.openxmlformats.org/drawingml/2006/main">
            <a:off x="723900" y="4686300"/>
            <a:ext cx="3886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9D9D9"/>
                </a:solidFill>
                <a:latin typeface="Poppins"/>
                <a:ea typeface="Poppins"/>
                <a:cs typeface="Poppins"/>
              </a:defRPr>
            </a:defPPr>
          </a:lstStyle>
          <a:p xmlns:a="http://schemas.openxmlformats.org/drawingml/2006/main">
            <a:pPr>
              <a:defRPr sz="2025" b="0">
                <a:solidFill>
                  <a:srgbClr val="D9D9D9"/>
                </a:solidFill>
                <a:latin typeface="Poppins"/>
                <a:ea typeface="Poppins"/>
                <a:cs typeface="Poppins"/>
              </a:defRPr>
            </a:pPr>
            <a:r>
              <a:rPr sz="2025" b="0">
                <a:solidFill>
                  <a:srgbClr val="D9D9D9"/>
                </a:solidFill>
                <a:latin typeface="Poppins"/>
                <a:ea typeface="Poppins"/>
                <a:cs typeface="Poppins"/>
              </a:rPr>
              <a:t>trading days per input</a:t>
            </a:r>
          </a:p>
        </p:txBody>
      </p:sp>
      <p:sp>
        <p:nvSpPr>
          <p:cNvPr id="8" name="">
            <a:extLst xmlns:a="http://schemas.openxmlformats.org/drawingml/2006/main">
              <a:ext uri="{FF2B5EF4-FFF2-40B4-BE49-F238E27FC236}">
                <a16:creationId xmlns:a16="http://schemas.microsoft.com/office/drawing/2014/main" id="{08BF12F1-D1BC-4621-871F-3BDD77C993BA}"/>
              </a:ext>
            </a:extLst>
          </p:cNvPr>
          <p:cNvSpPr>
            <a:spLocks xmlns:a="http://schemas.openxmlformats.org/drawingml/2006/main" noGrp="1"/>
          </p:cNvSpPr>
          <p:nvPr/>
        </p:nvSpPr>
        <p:spPr>
          <a:xfrm xmlns:a="http://schemas.openxmlformats.org/drawingml/2006/main">
            <a:off x="676275" y="505777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975" b="1">
                <a:solidFill>
                  <a:srgbClr val="FFDA37"/>
                </a:solidFill>
                <a:latin typeface="Poppins"/>
                <a:ea typeface="Poppins"/>
                <a:cs typeface="Poppins"/>
              </a:defRPr>
            </a:defPPr>
          </a:lstStyle>
          <a:p xmlns:a="http://schemas.openxmlformats.org/drawingml/2006/main">
            <a:pPr>
              <a:defRPr sz="6975" b="1">
                <a:solidFill>
                  <a:srgbClr val="FFDA37"/>
                </a:solidFill>
                <a:latin typeface="Poppins"/>
                <a:ea typeface="Poppins"/>
                <a:cs typeface="Poppins"/>
              </a:defRPr>
            </a:pPr>
            <a:r>
              <a:rPr sz="6975" b="1">
                <a:solidFill>
                  <a:srgbClr val="FFDA37"/>
                </a:solidFill>
                <a:latin typeface="Poppins"/>
                <a:ea typeface="Poppins"/>
                <a:cs typeface="Poppins"/>
              </a:rPr>
              <a:t>5</a:t>
            </a:r>
          </a:p>
        </p:txBody>
      </p:sp>
      <p:sp>
        <p:nvSpPr>
          <p:cNvPr id="9" name="">
            <a:extLst xmlns:a="http://schemas.openxmlformats.org/drawingml/2006/main">
              <a:ext uri="{FF2B5EF4-FFF2-40B4-BE49-F238E27FC236}">
                <a16:creationId xmlns:a16="http://schemas.microsoft.com/office/drawing/2014/main" id="{AF0FB0B1-A7C3-46A9-AE47-B3608E05B802}"/>
              </a:ext>
            </a:extLst>
          </p:cNvPr>
          <p:cNvSpPr>
            <a:spLocks xmlns:a="http://schemas.openxmlformats.org/drawingml/2006/main" noGrp="1"/>
          </p:cNvSpPr>
          <p:nvPr/>
        </p:nvSpPr>
        <p:spPr>
          <a:xfrm xmlns:a="http://schemas.openxmlformats.org/drawingml/2006/main">
            <a:off x="1743075" y="5476875"/>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9D9D9"/>
                </a:solidFill>
                <a:latin typeface="Poppins"/>
                <a:ea typeface="Poppins"/>
                <a:cs typeface="Poppins"/>
              </a:defRPr>
            </a:defPPr>
          </a:lstStyle>
          <a:p xmlns:a="http://schemas.openxmlformats.org/drawingml/2006/main">
            <a:pPr>
              <a:defRPr sz="2025" b="0">
                <a:solidFill>
                  <a:srgbClr val="D9D9D9"/>
                </a:solidFill>
                <a:latin typeface="Poppins"/>
                <a:ea typeface="Poppins"/>
                <a:cs typeface="Poppins"/>
              </a:defRPr>
            </a:pPr>
            <a:r>
              <a:rPr sz="2025" b="0">
                <a:solidFill>
                  <a:srgbClr val="D9D9D9"/>
                </a:solidFill>
                <a:latin typeface="Poppins"/>
                <a:ea typeface="Poppins"/>
                <a:cs typeface="Poppins"/>
              </a:rPr>
              <a:t>measurements each day</a:t>
            </a:r>
          </a:p>
        </p:txBody>
      </p:sp>
      <p:sp>
        <p:nvSpPr>
          <p:cNvPr id="10" name="">
            <a:extLst xmlns:a="http://schemas.openxmlformats.org/drawingml/2006/main">
              <a:ext uri="{FF2B5EF4-FFF2-40B4-BE49-F238E27FC236}">
                <a16:creationId xmlns:a16="http://schemas.microsoft.com/office/drawing/2014/main" id="{5747BBDF-D7E7-4C4F-BA42-DAA9A25326A8}"/>
              </a:ext>
            </a:extLst>
          </p:cNvPr>
          <p:cNvSpPr>
            <a:spLocks xmlns:a="http://schemas.openxmlformats.org/drawingml/2006/main" noGrp="1"/>
          </p:cNvSpPr>
          <p:nvPr/>
        </p:nvSpPr>
        <p:spPr>
          <a:xfrm xmlns:a="http://schemas.openxmlformats.org/drawingml/2006/main">
            <a:off x="5219700" y="3286125"/>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WHAT THE MODEL SEES</a:t>
            </a:r>
          </a:p>
        </p:txBody>
      </p:sp>
      <p:graphicFrame>
        <p:nvGraphicFramePr>
          <p:cNvPr id="11" name="">
            <a:extLst xmlns:a="http://schemas.openxmlformats.org/drawingml/2006/main">
              <a:ext uri="{FF2B5EF4-FFF2-40B4-BE49-F238E27FC236}">
                <a16:creationId xmlns:a16="http://schemas.microsoft.com/office/drawing/2014/main" id="{B81EDAEB-F884-4298-B14B-9ED330A08E02}"/>
              </a:ext>
            </a:extLst>
          </p:cNvPr>
          <p:cNvGraphicFramePr/>
          <p:nvPr/>
        </p:nvGraphicFramePr>
        <p:xfrm>
          <a:off xmlns:a="http://schemas.openxmlformats.org/drawingml/2006/main" x="5086350" y="3724275"/>
          <a:ext xmlns:a="http://schemas.openxmlformats.org/drawingml/2006/main" cx="6419850" cy="2305050"/>
        </p:xfrm>
        <a:graphic xmlns:a="http://schemas.openxmlformats.org/drawingml/2006/main">
          <a:graphicData uri="http://schemas.openxmlformats.org/drawingml/2006/table">
            <a:tbl>
              <a:tblPr/>
              <a:tblGrid>
                <a:gridCol w="2038350"/>
                <a:gridCol w="4381500"/>
              </a:tblGrid>
              <a:tr h="461010">
                <a:tc>
                  <a:txBody>
                    <a:bodyPr/>
                    <a:lstStyle/>
                    <a:p>
                      <a:r>
                        <a:rPr sz="1575" b="1">
                          <a:solidFill>
                            <a:srgbClr val="FFDA37"/>
                          </a:solidFill>
                          <a:latin typeface="Poppins"/>
                          <a:ea typeface="Poppins"/>
                          <a:cs typeface="Poppins"/>
                        </a:rPr>
                        <a:t>Daily return</a:t>
                      </a:r>
                    </a:p>
                  </a:txBody>
                  <a:tcPr marL="114300" marR="114300" marT="38100" marB="38100" anchor="ctr">
                    <a:solidFill>
                      <a:srgbClr val="050505"/>
                    </a:solidFill>
                  </a:tcPr>
                </a:tc>
                <a:tc>
                  <a:txBody>
                    <a:bodyPr/>
                    <a:lstStyle/>
                    <a:p>
                      <a:r>
                        <a:rPr sz="1500">
                          <a:solidFill>
                            <a:srgbClr val="D9D9D9"/>
                          </a:solidFill>
                          <a:latin typeface="Poppins"/>
                          <a:ea typeface="Poppins"/>
                          <a:cs typeface="Poppins"/>
                        </a:rPr>
                        <a:t>How much did the price change?</a:t>
                      </a:r>
                    </a:p>
                  </a:txBody>
                  <a:tcPr marL="114300" marR="114300" marT="38100" marB="38100" anchor="ctr">
                    <a:solidFill>
                      <a:srgbClr val="050505"/>
                    </a:solidFill>
                  </a:tcPr>
                </a:tc>
              </a:tr>
              <a:tr h="461010">
                <a:tc>
                  <a:txBody>
                    <a:bodyPr/>
                    <a:lstStyle/>
                    <a:p>
                      <a:r>
                        <a:rPr sz="1575" b="1">
                          <a:solidFill>
                            <a:srgbClr val="FFDA37"/>
                          </a:solidFill>
                          <a:latin typeface="Poppins"/>
                          <a:ea typeface="Poppins"/>
                          <a:cs typeface="Poppins"/>
                        </a:rPr>
                        <a:t>5-day average</a:t>
                      </a:r>
                    </a:p>
                  </a:txBody>
                  <a:tcPr marL="114300" marR="114300" marT="38100" marB="38100" anchor="ctr">
                    <a:solidFill>
                      <a:srgbClr val="050505"/>
                    </a:solidFill>
                  </a:tcPr>
                </a:tc>
                <a:tc>
                  <a:txBody>
                    <a:bodyPr/>
                    <a:lstStyle/>
                    <a:p>
                      <a:r>
                        <a:rPr sz="1500">
                          <a:solidFill>
                            <a:srgbClr val="D9D9D9"/>
                          </a:solidFill>
                          <a:latin typeface="Poppins"/>
                          <a:ea typeface="Poppins"/>
                          <a:cs typeface="Poppins"/>
                        </a:rPr>
                        <a:t>Price versus its recent average</a:t>
                      </a:r>
                    </a:p>
                  </a:txBody>
                  <a:tcPr marL="114300" marR="114300" marT="38100" marB="38100" anchor="ctr">
                    <a:solidFill>
                      <a:srgbClr val="050505"/>
                    </a:solidFill>
                  </a:tcPr>
                </a:tc>
              </a:tr>
              <a:tr h="461010">
                <a:tc>
                  <a:txBody>
                    <a:bodyPr/>
                    <a:lstStyle/>
                    <a:p>
                      <a:r>
                        <a:rPr sz="1575" b="1">
                          <a:solidFill>
                            <a:srgbClr val="FFDA37"/>
                          </a:solidFill>
                          <a:latin typeface="Poppins"/>
                          <a:ea typeface="Poppins"/>
                          <a:cs typeface="Poppins"/>
                        </a:rPr>
                        <a:t>20-day average</a:t>
                      </a:r>
                    </a:p>
                  </a:txBody>
                  <a:tcPr marL="114300" marR="114300" marT="38100" marB="38100" anchor="ctr">
                    <a:solidFill>
                      <a:srgbClr val="050505"/>
                    </a:solidFill>
                  </a:tcPr>
                </a:tc>
                <a:tc>
                  <a:txBody>
                    <a:bodyPr/>
                    <a:lstStyle/>
                    <a:p>
                      <a:r>
                        <a:rPr sz="1500">
                          <a:solidFill>
                            <a:srgbClr val="D9D9D9"/>
                          </a:solidFill>
                          <a:latin typeface="Poppins"/>
                          <a:ea typeface="Poppins"/>
                          <a:cs typeface="Poppins"/>
                        </a:rPr>
                        <a:t>Price versus its longer average</a:t>
                      </a:r>
                    </a:p>
                  </a:txBody>
                  <a:tcPr marL="114300" marR="114300" marT="38100" marB="38100" anchor="ctr">
                    <a:solidFill>
                      <a:srgbClr val="050505"/>
                    </a:solidFill>
                  </a:tcPr>
                </a:tc>
              </a:tr>
              <a:tr h="461010">
                <a:tc>
                  <a:txBody>
                    <a:bodyPr/>
                    <a:lstStyle/>
                    <a:p>
                      <a:r>
                        <a:rPr sz="1575" b="1">
                          <a:solidFill>
                            <a:srgbClr val="FFDA37"/>
                          </a:solidFill>
                          <a:latin typeface="Poppins"/>
                          <a:ea typeface="Poppins"/>
                          <a:cs typeface="Poppins"/>
                        </a:rPr>
                        <a:t>Price variability</a:t>
                      </a:r>
                    </a:p>
                  </a:txBody>
                  <a:tcPr marL="114300" marR="114300" marT="38100" marB="38100" anchor="ctr">
                    <a:solidFill>
                      <a:srgbClr val="050505"/>
                    </a:solidFill>
                  </a:tcPr>
                </a:tc>
                <a:tc>
                  <a:txBody>
                    <a:bodyPr/>
                    <a:lstStyle/>
                    <a:p>
                      <a:r>
                        <a:rPr sz="1500">
                          <a:solidFill>
                            <a:srgbClr val="D9D9D9"/>
                          </a:solidFill>
                          <a:latin typeface="Poppins"/>
                          <a:ea typeface="Poppins"/>
                          <a:cs typeface="Poppins"/>
                        </a:rPr>
                        <a:t>How much did prices move around?</a:t>
                      </a:r>
                    </a:p>
                  </a:txBody>
                  <a:tcPr marL="114300" marR="114300" marT="38100" marB="38100" anchor="ctr">
                    <a:solidFill>
                      <a:srgbClr val="050505"/>
                    </a:solidFill>
                  </a:tcPr>
                </a:tc>
              </a:tr>
              <a:tr h="461010">
                <a:tc>
                  <a:txBody>
                    <a:bodyPr/>
                    <a:lstStyle/>
                    <a:p>
                      <a:r>
                        <a:rPr sz="1575" b="1">
                          <a:solidFill>
                            <a:srgbClr val="FFDA37"/>
                          </a:solidFill>
                          <a:latin typeface="Poppins"/>
                          <a:ea typeface="Poppins"/>
                          <a:cs typeface="Poppins"/>
                        </a:rPr>
                        <a:t>Trading activity</a:t>
                      </a:r>
                    </a:p>
                  </a:txBody>
                  <a:tcPr marL="114300" marR="114300" marT="38100" marB="38100" anchor="ctr">
                    <a:solidFill>
                      <a:srgbClr val="050505"/>
                    </a:solidFill>
                  </a:tcPr>
                </a:tc>
                <a:tc>
                  <a:txBody>
                    <a:bodyPr/>
                    <a:lstStyle/>
                    <a:p>
                      <a:r>
                        <a:rPr sz="1500">
                          <a:solidFill>
                            <a:srgbClr val="D9D9D9"/>
                          </a:solidFill>
                          <a:latin typeface="Poppins"/>
                          <a:ea typeface="Poppins"/>
                          <a:cs typeface="Poppins"/>
                        </a:rPr>
                        <a:t>Is more money trading than usual?</a:t>
                      </a:r>
                    </a:p>
                  </a:txBody>
                  <a:tcPr marL="114300" marR="114300" marT="38100" marB="38100" anchor="ctr">
                    <a:solidFill>
                      <a:srgbClr val="050505"/>
                    </a:solidFill>
                  </a:tcPr>
                </a:tc>
              </a:tr>
            </a:tbl>
          </a:graphicData>
        </a:graphic>
      </p:graphicFrame>
      <p:sp>
        <p:nvSpPr>
          <p:cNvPr id="12" name="">
            <a:extLst xmlns:a="http://schemas.openxmlformats.org/drawingml/2006/main">
              <a:ext uri="{FF2B5EF4-FFF2-40B4-BE49-F238E27FC236}">
                <a16:creationId xmlns:a16="http://schemas.microsoft.com/office/drawing/2014/main" id="{E1027D4C-DE47-4E08-A2B6-9F32BCABA4B2}"/>
              </a:ext>
            </a:extLst>
          </p:cNvPr>
          <p:cNvSpPr>
            <a:spLocks xmlns:a="http://schemas.openxmlformats.org/drawingml/2006/main" noGrp="1"/>
          </p:cNvSpPr>
          <p:nvPr/>
        </p:nvSpPr>
        <p:spPr>
          <a:xfrm xmlns:a="http://schemas.openxmlformats.org/drawingml/2006/main">
            <a:off x="685800" y="64293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Poppins"/>
                <a:ea typeface="Poppins"/>
                <a:cs typeface="Poppins"/>
              </a:defRPr>
            </a:defPPr>
          </a:lstStyle>
          <a:p xmlns:a="http://schemas.openxmlformats.org/drawingml/2006/main">
            <a:pPr>
              <a:defRPr sz="1200" b="0">
                <a:solidFill>
                  <a:srgbClr val="AAAAA5"/>
                </a:solidFill>
                <a:latin typeface="Poppins"/>
                <a:ea typeface="Poppins"/>
                <a:cs typeface="Poppins"/>
              </a:defRPr>
            </a:pPr>
            <a:r>
              <a:rPr sz="1200" b="0">
                <a:solidFill>
                  <a:srgbClr val="AAAAA5"/>
                </a:solidFill>
                <a:latin typeface="Poppins"/>
                <a:ea typeface="Poppins"/>
                <a:cs typeface="Poppins"/>
              </a:rPr>
              <a:t>Trading days are days the market opens. These inputs use prices and volume, with no news or company accounts.</a:t>
            </a:r>
          </a:p>
        </p:txBody>
      </p:sp>
    </p:spTree>
    <p:extLst>
      <p:ext uri="{BB962C8B-B14F-4D97-AF65-F5344CB8AC3E}">
        <p14:creationId xmlns:p14="http://schemas.microsoft.com/office/powerpoint/2010/main" val="470673261"/>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ED08BA2-F7A6-42C5-9A3D-519795B9E603}"/>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5418C595-0117-4DE7-AEC3-0A6E1C859BEE}"/>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FE19ACD0-3DCA-4959-8F15-73E19BCC2268}"/>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FORECAST</a:t>
            </a:r>
          </a:p>
        </p:txBody>
      </p:sp>
      <p:sp>
        <p:nvSpPr>
          <p:cNvPr id="4" name="">
            <a:extLst xmlns:a="http://schemas.openxmlformats.org/drawingml/2006/main">
              <a:ext uri="{FF2B5EF4-FFF2-40B4-BE49-F238E27FC236}">
                <a16:creationId xmlns:a16="http://schemas.microsoft.com/office/drawing/2014/main" id="{77924A47-C59C-4EE0-9117-0CF3A7275166}"/>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TARGETS</a:t>
            </a:r>
          </a:p>
        </p:txBody>
      </p:sp>
      <p:sp>
        <p:nvSpPr>
          <p:cNvPr id="5" name="">
            <a:extLst xmlns:a="http://schemas.openxmlformats.org/drawingml/2006/main">
              <a:ext uri="{FF2B5EF4-FFF2-40B4-BE49-F238E27FC236}">
                <a16:creationId xmlns:a16="http://schemas.microsoft.com/office/drawing/2014/main" id="{F57DD15F-EACE-4747-8805-2811FF65BD5D}"/>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 model estimates future price change and ranks the securities that qualify that day.</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 simulation buys the highest-ranked group.</a:t>
            </a:r>
          </a:p>
        </p:txBody>
      </p:sp>
      <p:sp>
        <p:nvSpPr>
          <p:cNvPr id="6" name="">
            <a:extLst xmlns:a="http://schemas.openxmlformats.org/drawingml/2006/main">
              <a:ext uri="{FF2B5EF4-FFF2-40B4-BE49-F238E27FC236}">
                <a16:creationId xmlns:a16="http://schemas.microsoft.com/office/drawing/2014/main" id="{BFE499E2-6393-49E4-94BF-58B906117164}"/>
              </a:ext>
            </a:extLst>
          </p:cNvPr>
          <p:cNvSpPr>
            <a:spLocks xmlns:a="http://schemas.openxmlformats.org/drawingml/2006/main" noGrp="1"/>
          </p:cNvSpPr>
          <p:nvPr/>
        </p:nvSpPr>
        <p:spPr>
          <a:xfrm xmlns:a="http://schemas.openxmlformats.org/drawingml/2006/main">
            <a:off x="714375" y="334327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DA37"/>
                </a:solidFill>
                <a:latin typeface="Poppins"/>
                <a:ea typeface="Poppins"/>
                <a:cs typeface="Poppins"/>
              </a:defRPr>
            </a:defPPr>
          </a:lstStyle>
          <a:p xmlns:a="http://schemas.openxmlformats.org/drawingml/2006/main">
            <a:pPr>
              <a:defRPr sz="7500" b="1">
                <a:solidFill>
                  <a:srgbClr val="FFDA37"/>
                </a:solidFill>
                <a:latin typeface="Poppins"/>
                <a:ea typeface="Poppins"/>
                <a:cs typeface="Poppins"/>
              </a:defRPr>
            </a:pPr>
            <a:r>
              <a:rPr sz="7500" b="1">
                <a:solidFill>
                  <a:srgbClr val="FFDA37"/>
                </a:solidFill>
                <a:latin typeface="Poppins"/>
                <a:ea typeface="Poppins"/>
                <a:cs typeface="Poppins"/>
              </a:rPr>
              <a:t>1</a:t>
            </a:r>
          </a:p>
        </p:txBody>
      </p:sp>
      <p:sp>
        <p:nvSpPr>
          <p:cNvPr id="7" name="">
            <a:extLst xmlns:a="http://schemas.openxmlformats.org/drawingml/2006/main">
              <a:ext uri="{FF2B5EF4-FFF2-40B4-BE49-F238E27FC236}">
                <a16:creationId xmlns:a16="http://schemas.microsoft.com/office/drawing/2014/main" id="{38380A31-DBFE-4D90-8B1E-4DC616553B33}"/>
              </a:ext>
            </a:extLst>
          </p:cNvPr>
          <p:cNvSpPr>
            <a:spLocks xmlns:a="http://schemas.openxmlformats.org/drawingml/2006/main" noGrp="1"/>
          </p:cNvSpPr>
          <p:nvPr/>
        </p:nvSpPr>
        <p:spPr>
          <a:xfrm xmlns:a="http://schemas.openxmlformats.org/drawingml/2006/main">
            <a:off x="2095500" y="3762375"/>
            <a:ext cx="3381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Poppins"/>
                <a:ea typeface="Poppins"/>
                <a:cs typeface="Poppins"/>
              </a:defRPr>
            </a:defPPr>
          </a:lstStyle>
          <a:p xmlns:a="http://schemas.openxmlformats.org/drawingml/2006/main">
            <a:pPr>
              <a:defRPr sz="2100" b="1">
                <a:solidFill>
                  <a:srgbClr val="D9D9D9"/>
                </a:solidFill>
                <a:latin typeface="Poppins"/>
                <a:ea typeface="Poppins"/>
                <a:cs typeface="Poppins"/>
              </a:defRPr>
            </a:pPr>
            <a:r>
              <a:rPr sz="2100" b="1">
                <a:solidFill>
                  <a:srgbClr val="D9D9D9"/>
                </a:solidFill>
                <a:latin typeface="Poppins"/>
                <a:ea typeface="Poppins"/>
                <a:cs typeface="Poppins"/>
              </a:rPr>
              <a:t>TRADING DAY</a:t>
            </a:r>
          </a:p>
        </p:txBody>
      </p:sp>
      <p:sp>
        <p:nvSpPr>
          <p:cNvPr id="8" name="">
            <a:extLst xmlns:a="http://schemas.openxmlformats.org/drawingml/2006/main">
              <a:ext uri="{FF2B5EF4-FFF2-40B4-BE49-F238E27FC236}">
                <a16:creationId xmlns:a16="http://schemas.microsoft.com/office/drawing/2014/main" id="{05B988DF-7381-45B4-9B08-96F76D5B8886}"/>
              </a:ext>
            </a:extLst>
          </p:cNvPr>
          <p:cNvSpPr>
            <a:spLocks xmlns:a="http://schemas.openxmlformats.org/drawingml/2006/main" noGrp="1"/>
          </p:cNvSpPr>
          <p:nvPr/>
        </p:nvSpPr>
        <p:spPr>
          <a:xfrm xmlns:a="http://schemas.openxmlformats.org/drawingml/2006/main">
            <a:off x="771525" y="44386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D9D9D9"/>
                </a:solidFill>
                <a:latin typeface="Poppins"/>
                <a:ea typeface="Poppins"/>
                <a:cs typeface="Poppins"/>
              </a:defRPr>
            </a:defPPr>
          </a:lstStyle>
          <a:p xmlns:a="http://schemas.openxmlformats.org/drawingml/2006/main">
            <a:pPr>
              <a:defRPr sz="1875" b="0">
                <a:solidFill>
                  <a:srgbClr val="D9D9D9"/>
                </a:solidFill>
                <a:latin typeface="Poppins"/>
                <a:ea typeface="Poppins"/>
                <a:cs typeface="Poppins"/>
              </a:defRPr>
            </a:pPr>
            <a:r>
              <a:rPr sz="1875" b="0">
                <a:solidFill>
                  <a:srgbClr val="D9D9D9"/>
                </a:solidFill>
                <a:latin typeface="Poppins"/>
                <a:ea typeface="Poppins"/>
                <a:cs typeface="Poppins"/>
              </a:rPr>
              <a:t>Short price-change forecast</a:t>
            </a:r>
          </a:p>
        </p:txBody>
      </p:sp>
      <p:sp>
        <p:nvSpPr>
          <p:cNvPr id="9" name="">
            <a:extLst xmlns:a="http://schemas.openxmlformats.org/drawingml/2006/main">
              <a:ext uri="{FF2B5EF4-FFF2-40B4-BE49-F238E27FC236}">
                <a16:creationId xmlns:a16="http://schemas.microsoft.com/office/drawing/2014/main" id="{11D33293-EB52-4C67-AE28-862CBE89A017}"/>
              </a:ext>
            </a:extLst>
          </p:cNvPr>
          <p:cNvSpPr>
            <a:spLocks xmlns:a="http://schemas.openxmlformats.org/drawingml/2006/main" noGrp="1"/>
          </p:cNvSpPr>
          <p:nvPr/>
        </p:nvSpPr>
        <p:spPr>
          <a:xfrm xmlns:a="http://schemas.openxmlformats.org/drawingml/2006/main">
            <a:off x="714375" y="503872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DA37"/>
                </a:solidFill>
                <a:latin typeface="Poppins"/>
                <a:ea typeface="Poppins"/>
                <a:cs typeface="Poppins"/>
              </a:defRPr>
            </a:defPPr>
          </a:lstStyle>
          <a:p xmlns:a="http://schemas.openxmlformats.org/drawingml/2006/main">
            <a:pPr>
              <a:defRPr sz="7500" b="1">
                <a:solidFill>
                  <a:srgbClr val="FFDA37"/>
                </a:solidFill>
                <a:latin typeface="Poppins"/>
                <a:ea typeface="Poppins"/>
                <a:cs typeface="Poppins"/>
              </a:defRPr>
            </a:pPr>
            <a:r>
              <a:rPr sz="7500" b="1">
                <a:solidFill>
                  <a:srgbClr val="FFDA37"/>
                </a:solidFill>
                <a:latin typeface="Poppins"/>
                <a:ea typeface="Poppins"/>
                <a:cs typeface="Poppins"/>
              </a:rPr>
              <a:t>5</a:t>
            </a:r>
          </a:p>
        </p:txBody>
      </p:sp>
      <p:sp>
        <p:nvSpPr>
          <p:cNvPr id="10" name="">
            <a:extLst xmlns:a="http://schemas.openxmlformats.org/drawingml/2006/main">
              <a:ext uri="{FF2B5EF4-FFF2-40B4-BE49-F238E27FC236}">
                <a16:creationId xmlns:a16="http://schemas.microsoft.com/office/drawing/2014/main" id="{B9701178-2679-40B8-B0C7-B74A59D0A51B}"/>
              </a:ext>
            </a:extLst>
          </p:cNvPr>
          <p:cNvSpPr>
            <a:spLocks xmlns:a="http://schemas.openxmlformats.org/drawingml/2006/main" noGrp="1"/>
          </p:cNvSpPr>
          <p:nvPr/>
        </p:nvSpPr>
        <p:spPr>
          <a:xfrm xmlns:a="http://schemas.openxmlformats.org/drawingml/2006/main">
            <a:off x="2095500" y="5457825"/>
            <a:ext cx="3476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Poppins"/>
                <a:ea typeface="Poppins"/>
                <a:cs typeface="Poppins"/>
              </a:defRPr>
            </a:defPPr>
          </a:lstStyle>
          <a:p xmlns:a="http://schemas.openxmlformats.org/drawingml/2006/main">
            <a:pPr>
              <a:defRPr sz="2100" b="1">
                <a:solidFill>
                  <a:srgbClr val="D9D9D9"/>
                </a:solidFill>
                <a:latin typeface="Poppins"/>
                <a:ea typeface="Poppins"/>
                <a:cs typeface="Poppins"/>
              </a:defRPr>
            </a:pPr>
            <a:r>
              <a:rPr sz="2100" b="1">
                <a:solidFill>
                  <a:srgbClr val="D9D9D9"/>
                </a:solidFill>
                <a:latin typeface="Poppins"/>
                <a:ea typeface="Poppins"/>
                <a:cs typeface="Poppins"/>
              </a:rPr>
              <a:t>TRADING DAYS</a:t>
            </a:r>
          </a:p>
        </p:txBody>
      </p:sp>
      <p:sp>
        <p:nvSpPr>
          <p:cNvPr id="11" name="">
            <a:extLst xmlns:a="http://schemas.openxmlformats.org/drawingml/2006/main">
              <a:ext uri="{FF2B5EF4-FFF2-40B4-BE49-F238E27FC236}">
                <a16:creationId xmlns:a16="http://schemas.microsoft.com/office/drawing/2014/main" id="{D9B820EC-0987-422E-8B52-1A681CDAFD20}"/>
              </a:ext>
            </a:extLst>
          </p:cNvPr>
          <p:cNvSpPr>
            <a:spLocks xmlns:a="http://schemas.openxmlformats.org/drawingml/2006/main" noGrp="1"/>
          </p:cNvSpPr>
          <p:nvPr/>
        </p:nvSpPr>
        <p:spPr>
          <a:xfrm xmlns:a="http://schemas.openxmlformats.org/drawingml/2006/main">
            <a:off x="771525" y="61436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D9D9D9"/>
                </a:solidFill>
                <a:latin typeface="Poppins"/>
                <a:ea typeface="Poppins"/>
                <a:cs typeface="Poppins"/>
              </a:defRPr>
            </a:defPPr>
          </a:lstStyle>
          <a:p xmlns:a="http://schemas.openxmlformats.org/drawingml/2006/main">
            <a:pPr>
              <a:defRPr sz="1875" b="0">
                <a:solidFill>
                  <a:srgbClr val="D9D9D9"/>
                </a:solidFill>
                <a:latin typeface="Poppins"/>
                <a:ea typeface="Poppins"/>
                <a:cs typeface="Poppins"/>
              </a:defRPr>
            </a:pPr>
            <a:r>
              <a:rPr sz="1875" b="0">
                <a:solidFill>
                  <a:srgbClr val="D9D9D9"/>
                </a:solidFill>
                <a:latin typeface="Poppins"/>
                <a:ea typeface="Poppins"/>
                <a:cs typeface="Poppins"/>
              </a:rPr>
              <a:t>Longer price-change forecast</a:t>
            </a:r>
          </a:p>
        </p:txBody>
      </p:sp>
      <p:sp>
        <p:nvSpPr>
          <p:cNvPr id="12" name="">
            <a:extLst xmlns:a="http://schemas.openxmlformats.org/drawingml/2006/main">
              <a:ext uri="{FF2B5EF4-FFF2-40B4-BE49-F238E27FC236}">
                <a16:creationId xmlns:a16="http://schemas.microsoft.com/office/drawing/2014/main" id="{2D2FB677-BF19-41C7-989B-C473F9AAD9B8}"/>
              </a:ext>
            </a:extLst>
          </p:cNvPr>
          <p:cNvSpPr>
            <a:spLocks xmlns:a="http://schemas.openxmlformats.org/drawingml/2006/main" noGrp="1"/>
          </p:cNvSpPr>
          <p:nvPr/>
        </p:nvSpPr>
        <p:spPr>
          <a:xfrm xmlns:a="http://schemas.openxmlformats.org/drawingml/2006/main">
            <a:off x="6210300" y="34004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HOW THE SIMULATION TRADES</a:t>
            </a:r>
          </a:p>
        </p:txBody>
      </p:sp>
      <p:sp>
        <p:nvSpPr>
          <p:cNvPr id="13" name="">
            <a:extLst xmlns:a="http://schemas.openxmlformats.org/drawingml/2006/main">
              <a:ext uri="{FF2B5EF4-FFF2-40B4-BE49-F238E27FC236}">
                <a16:creationId xmlns:a16="http://schemas.microsoft.com/office/drawing/2014/main" id="{1D437C8C-F624-49B2-84BC-D4D8346792CC}"/>
              </a:ext>
            </a:extLst>
          </p:cNvPr>
          <p:cNvSpPr>
            <a:spLocks xmlns:a="http://schemas.openxmlformats.org/drawingml/2006/main" noGrp="1"/>
          </p:cNvSpPr>
          <p:nvPr/>
        </p:nvSpPr>
        <p:spPr>
          <a:xfrm xmlns:a="http://schemas.openxmlformats.org/drawingml/2006/main">
            <a:off x="6200775" y="38862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Poppins"/>
                <a:ea typeface="Poppins"/>
                <a:cs typeface="Poppins"/>
              </a:defRPr>
            </a:defPPr>
          </a:lstStyle>
          <a:p xmlns:a="http://schemas.openxmlformats.org/drawingml/2006/main">
            <a:pPr>
              <a:defRPr sz="2325" b="1">
                <a:solidFill>
                  <a:srgbClr val="FFDA37"/>
                </a:solidFill>
                <a:latin typeface="Poppins"/>
                <a:ea typeface="Poppins"/>
                <a:cs typeface="Poppins"/>
              </a:defRPr>
            </a:pPr>
            <a:r>
              <a:rPr sz="2325" b="1">
                <a:solidFill>
                  <a:srgbClr val="FFDA37"/>
                </a:solidFill>
                <a:latin typeface="Poppins"/>
                <a:ea typeface="Poppins"/>
                <a:cs typeface="Poppins"/>
              </a:rPr>
              <a:t>01</a:t>
            </a:r>
          </a:p>
        </p:txBody>
      </p:sp>
      <p:sp>
        <p:nvSpPr>
          <p:cNvPr id="14" name="">
            <a:extLst xmlns:a="http://schemas.openxmlformats.org/drawingml/2006/main">
              <a:ext uri="{FF2B5EF4-FFF2-40B4-BE49-F238E27FC236}">
                <a16:creationId xmlns:a16="http://schemas.microsoft.com/office/drawing/2014/main" id="{F0D82387-CDFE-479F-B6B4-75D4E14DBFE6}"/>
              </a:ext>
            </a:extLst>
          </p:cNvPr>
          <p:cNvSpPr>
            <a:spLocks xmlns:a="http://schemas.openxmlformats.org/drawingml/2006/main" noGrp="1"/>
          </p:cNvSpPr>
          <p:nvPr/>
        </p:nvSpPr>
        <p:spPr>
          <a:xfrm xmlns:a="http://schemas.openxmlformats.org/drawingml/2006/main">
            <a:off x="7038975" y="3905250"/>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Poppins"/>
                <a:ea typeface="Poppins"/>
                <a:cs typeface="Poppins"/>
              </a:defRPr>
            </a:defPPr>
          </a:lstStyle>
          <a:p xmlns:a="http://schemas.openxmlformats.org/drawingml/2006/main">
            <a:pPr>
              <a:defRPr sz="1950" b="1">
                <a:solidFill>
                  <a:srgbClr val="D9D9D9"/>
                </a:solidFill>
                <a:latin typeface="Poppins"/>
                <a:ea typeface="Poppins"/>
                <a:cs typeface="Poppins"/>
              </a:defRPr>
            </a:pPr>
            <a:r>
              <a:rPr sz="1950" b="1">
                <a:solidFill>
                  <a:srgbClr val="D9D9D9"/>
                </a:solidFill>
                <a:latin typeface="Poppins"/>
                <a:ea typeface="Poppins"/>
                <a:cs typeface="Poppins"/>
              </a:rPr>
              <a:t>Score at today’s close</a:t>
            </a:r>
          </a:p>
        </p:txBody>
      </p:sp>
      <p:sp>
        <p:nvSpPr>
          <p:cNvPr id="15" name="">
            <a:extLst xmlns:a="http://schemas.openxmlformats.org/drawingml/2006/main">
              <a:ext uri="{FF2B5EF4-FFF2-40B4-BE49-F238E27FC236}">
                <a16:creationId xmlns:a16="http://schemas.microsoft.com/office/drawing/2014/main" id="{5D02BD2D-FEF8-4C50-8A5E-35358AE5BFBC}"/>
              </a:ext>
            </a:extLst>
          </p:cNvPr>
          <p:cNvSpPr>
            <a:spLocks xmlns:a="http://schemas.openxmlformats.org/drawingml/2006/main" noGrp="1"/>
          </p:cNvSpPr>
          <p:nvPr/>
        </p:nvSpPr>
        <p:spPr>
          <a:xfrm xmlns:a="http://schemas.openxmlformats.org/drawingml/2006/main">
            <a:off x="7038975" y="428625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Poppins"/>
                <a:ea typeface="Poppins"/>
                <a:cs typeface="Poppins"/>
              </a:defRPr>
            </a:defPPr>
          </a:lstStyle>
          <a:p xmlns:a="http://schemas.openxmlformats.org/drawingml/2006/main">
            <a:pPr>
              <a:defRPr sz="1500" b="0">
                <a:solidFill>
                  <a:srgbClr val="D9D9D9"/>
                </a:solidFill>
                <a:latin typeface="Poppins"/>
                <a:ea typeface="Poppins"/>
                <a:cs typeface="Poppins"/>
              </a:defRPr>
            </a:pPr>
            <a:r>
              <a:rPr sz="1500" b="0">
                <a:solidFill>
                  <a:srgbClr val="D9D9D9"/>
                </a:solidFill>
                <a:latin typeface="Poppins"/>
                <a:ea typeface="Poppins"/>
                <a:cs typeface="Poppins"/>
              </a:rPr>
              <a:t>Use only the information available so far.</a:t>
            </a:r>
          </a:p>
        </p:txBody>
      </p:sp>
      <p:sp>
        <p:nvSpPr>
          <p:cNvPr id="16" name="">
            <a:extLst xmlns:a="http://schemas.openxmlformats.org/drawingml/2006/main">
              <a:ext uri="{FF2B5EF4-FFF2-40B4-BE49-F238E27FC236}">
                <a16:creationId xmlns:a16="http://schemas.microsoft.com/office/drawing/2014/main" id="{68AC3CC6-617D-4AB4-BC5B-D56EF44058EA}"/>
              </a:ext>
            </a:extLst>
          </p:cNvPr>
          <p:cNvSpPr>
            <a:spLocks xmlns:a="http://schemas.openxmlformats.org/drawingml/2006/main" noGrp="1"/>
          </p:cNvSpPr>
          <p:nvPr/>
        </p:nvSpPr>
        <p:spPr>
          <a:xfrm xmlns:a="http://schemas.openxmlformats.org/drawingml/2006/main">
            <a:off x="6200775" y="482917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Poppins"/>
                <a:ea typeface="Poppins"/>
                <a:cs typeface="Poppins"/>
              </a:defRPr>
            </a:defPPr>
          </a:lstStyle>
          <a:p xmlns:a="http://schemas.openxmlformats.org/drawingml/2006/main">
            <a:pPr>
              <a:defRPr sz="2325" b="1">
                <a:solidFill>
                  <a:srgbClr val="FFDA37"/>
                </a:solidFill>
                <a:latin typeface="Poppins"/>
                <a:ea typeface="Poppins"/>
                <a:cs typeface="Poppins"/>
              </a:defRPr>
            </a:pPr>
            <a:r>
              <a:rPr sz="2325" b="1">
                <a:solidFill>
                  <a:srgbClr val="FFDA37"/>
                </a:solidFill>
                <a:latin typeface="Poppins"/>
                <a:ea typeface="Poppins"/>
                <a:cs typeface="Poppins"/>
              </a:rPr>
              <a:t>02</a:t>
            </a:r>
          </a:p>
        </p:txBody>
      </p:sp>
      <p:sp>
        <p:nvSpPr>
          <p:cNvPr id="17" name="">
            <a:extLst xmlns:a="http://schemas.openxmlformats.org/drawingml/2006/main">
              <a:ext uri="{FF2B5EF4-FFF2-40B4-BE49-F238E27FC236}">
                <a16:creationId xmlns:a16="http://schemas.microsoft.com/office/drawing/2014/main" id="{CB91D21E-6766-4430-9C32-2D02B664C693}"/>
              </a:ext>
            </a:extLst>
          </p:cNvPr>
          <p:cNvSpPr>
            <a:spLocks xmlns:a="http://schemas.openxmlformats.org/drawingml/2006/main" noGrp="1"/>
          </p:cNvSpPr>
          <p:nvPr/>
        </p:nvSpPr>
        <p:spPr>
          <a:xfrm xmlns:a="http://schemas.openxmlformats.org/drawingml/2006/main">
            <a:off x="7038975" y="4848225"/>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Poppins"/>
                <a:ea typeface="Poppins"/>
                <a:cs typeface="Poppins"/>
              </a:defRPr>
            </a:defPPr>
          </a:lstStyle>
          <a:p xmlns:a="http://schemas.openxmlformats.org/drawingml/2006/main">
            <a:pPr>
              <a:defRPr sz="1950" b="1">
                <a:solidFill>
                  <a:srgbClr val="D9D9D9"/>
                </a:solidFill>
                <a:latin typeface="Poppins"/>
                <a:ea typeface="Poppins"/>
                <a:cs typeface="Poppins"/>
              </a:defRPr>
            </a:pPr>
            <a:r>
              <a:rPr sz="1950" b="1">
                <a:solidFill>
                  <a:srgbClr val="D9D9D9"/>
                </a:solidFill>
                <a:latin typeface="Poppins"/>
                <a:ea typeface="Poppins"/>
                <a:cs typeface="Poppins"/>
              </a:rPr>
              <a:t>Buy at the next close</a:t>
            </a:r>
          </a:p>
        </p:txBody>
      </p:sp>
      <p:sp>
        <p:nvSpPr>
          <p:cNvPr id="18" name="">
            <a:extLst xmlns:a="http://schemas.openxmlformats.org/drawingml/2006/main">
              <a:ext uri="{FF2B5EF4-FFF2-40B4-BE49-F238E27FC236}">
                <a16:creationId xmlns:a16="http://schemas.microsoft.com/office/drawing/2014/main" id="{0652741D-D295-4BAB-B3A3-6719EDF8272D}"/>
              </a:ext>
            </a:extLst>
          </p:cNvPr>
          <p:cNvSpPr>
            <a:spLocks xmlns:a="http://schemas.openxmlformats.org/drawingml/2006/main" noGrp="1"/>
          </p:cNvSpPr>
          <p:nvPr/>
        </p:nvSpPr>
        <p:spPr>
          <a:xfrm xmlns:a="http://schemas.openxmlformats.org/drawingml/2006/main">
            <a:off x="7038975" y="5229225"/>
            <a:ext cx="4400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Poppins"/>
                <a:ea typeface="Poppins"/>
                <a:cs typeface="Poppins"/>
              </a:defRPr>
            </a:defPPr>
          </a:lstStyle>
          <a:p xmlns:a="http://schemas.openxmlformats.org/drawingml/2006/main">
            <a:pPr>
              <a:defRPr sz="1500" b="0">
                <a:solidFill>
                  <a:srgbClr val="D9D9D9"/>
                </a:solidFill>
                <a:latin typeface="Poppins"/>
                <a:ea typeface="Poppins"/>
                <a:cs typeface="Poppins"/>
              </a:defRPr>
            </a:pPr>
            <a:r>
              <a:rPr sz="1500" b="0">
                <a:solidFill>
                  <a:srgbClr val="D9D9D9"/>
                </a:solidFill>
                <a:latin typeface="Poppins"/>
                <a:ea typeface="Poppins"/>
                <a:cs typeface="Poppins"/>
              </a:rPr>
              <a:t>Include trading fees and worse execution prices.</a:t>
            </a:r>
          </a:p>
        </p:txBody>
      </p:sp>
      <p:sp>
        <p:nvSpPr>
          <p:cNvPr id="19" name="">
            <a:extLst xmlns:a="http://schemas.openxmlformats.org/drawingml/2006/main">
              <a:ext uri="{FF2B5EF4-FFF2-40B4-BE49-F238E27FC236}">
                <a16:creationId xmlns:a16="http://schemas.microsoft.com/office/drawing/2014/main" id="{363FB364-4652-4482-998F-79B0FA36ADBD}"/>
              </a:ext>
            </a:extLst>
          </p:cNvPr>
          <p:cNvSpPr>
            <a:spLocks xmlns:a="http://schemas.openxmlformats.org/drawingml/2006/main" noGrp="1"/>
          </p:cNvSpPr>
          <p:nvPr/>
        </p:nvSpPr>
        <p:spPr>
          <a:xfrm xmlns:a="http://schemas.openxmlformats.org/drawingml/2006/main">
            <a:off x="6200775" y="57721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Poppins"/>
                <a:ea typeface="Poppins"/>
                <a:cs typeface="Poppins"/>
              </a:defRPr>
            </a:defPPr>
          </a:lstStyle>
          <a:p xmlns:a="http://schemas.openxmlformats.org/drawingml/2006/main">
            <a:pPr>
              <a:defRPr sz="2325" b="1">
                <a:solidFill>
                  <a:srgbClr val="FFDA37"/>
                </a:solidFill>
                <a:latin typeface="Poppins"/>
                <a:ea typeface="Poppins"/>
                <a:cs typeface="Poppins"/>
              </a:defRPr>
            </a:pPr>
            <a:r>
              <a:rPr sz="2325" b="1">
                <a:solidFill>
                  <a:srgbClr val="FFDA37"/>
                </a:solidFill>
                <a:latin typeface="Poppins"/>
                <a:ea typeface="Poppins"/>
                <a:cs typeface="Poppins"/>
              </a:rPr>
              <a:t>03</a:t>
            </a:r>
          </a:p>
        </p:txBody>
      </p:sp>
      <p:sp>
        <p:nvSpPr>
          <p:cNvPr id="20" name="">
            <a:extLst xmlns:a="http://schemas.openxmlformats.org/drawingml/2006/main">
              <a:ext uri="{FF2B5EF4-FFF2-40B4-BE49-F238E27FC236}">
                <a16:creationId xmlns:a16="http://schemas.microsoft.com/office/drawing/2014/main" id="{781F3A6B-49A1-44AE-9D14-A541A5D1EACF}"/>
              </a:ext>
            </a:extLst>
          </p:cNvPr>
          <p:cNvSpPr>
            <a:spLocks xmlns:a="http://schemas.openxmlformats.org/drawingml/2006/main" noGrp="1"/>
          </p:cNvSpPr>
          <p:nvPr/>
        </p:nvSpPr>
        <p:spPr>
          <a:xfrm xmlns:a="http://schemas.openxmlformats.org/drawingml/2006/main">
            <a:off x="7038975" y="5791200"/>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Poppins"/>
                <a:ea typeface="Poppins"/>
                <a:cs typeface="Poppins"/>
              </a:defRPr>
            </a:defPPr>
          </a:lstStyle>
          <a:p xmlns:a="http://schemas.openxmlformats.org/drawingml/2006/main">
            <a:pPr>
              <a:defRPr sz="1950" b="1">
                <a:solidFill>
                  <a:srgbClr val="D9D9D9"/>
                </a:solidFill>
                <a:latin typeface="Poppins"/>
                <a:ea typeface="Poppins"/>
                <a:cs typeface="Poppins"/>
              </a:defRPr>
            </a:pPr>
            <a:r>
              <a:rPr sz="1950" b="1">
                <a:solidFill>
                  <a:srgbClr val="D9D9D9"/>
                </a:solidFill>
                <a:latin typeface="Poppins"/>
                <a:ea typeface="Poppins"/>
                <a:cs typeface="Poppins"/>
              </a:rPr>
              <a:t>Measure the later return</a:t>
            </a:r>
          </a:p>
        </p:txBody>
      </p:sp>
      <p:sp>
        <p:nvSpPr>
          <p:cNvPr id="21" name="">
            <a:extLst xmlns:a="http://schemas.openxmlformats.org/drawingml/2006/main">
              <a:ext uri="{FF2B5EF4-FFF2-40B4-BE49-F238E27FC236}">
                <a16:creationId xmlns:a16="http://schemas.microsoft.com/office/drawing/2014/main" id="{72066AAE-B8DF-4979-B514-CE406BCB691D}"/>
              </a:ext>
            </a:extLst>
          </p:cNvPr>
          <p:cNvSpPr>
            <a:spLocks xmlns:a="http://schemas.openxmlformats.org/drawingml/2006/main" noGrp="1"/>
          </p:cNvSpPr>
          <p:nvPr/>
        </p:nvSpPr>
        <p:spPr>
          <a:xfrm xmlns:a="http://schemas.openxmlformats.org/drawingml/2006/main">
            <a:off x="7038975" y="6172200"/>
            <a:ext cx="4333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Poppins"/>
                <a:ea typeface="Poppins"/>
                <a:cs typeface="Poppins"/>
              </a:defRPr>
            </a:defPPr>
          </a:lstStyle>
          <a:p xmlns:a="http://schemas.openxmlformats.org/drawingml/2006/main">
            <a:pPr>
              <a:defRPr sz="1500" b="0">
                <a:solidFill>
                  <a:srgbClr val="D9D9D9"/>
                </a:solidFill>
                <a:latin typeface="Poppins"/>
                <a:ea typeface="Poppins"/>
                <a:cs typeface="Poppins"/>
              </a:defRPr>
            </a:pPr>
            <a:r>
              <a:rPr sz="1500" b="0">
                <a:solidFill>
                  <a:srgbClr val="D9D9D9"/>
                </a:solidFill>
                <a:latin typeface="Poppins"/>
                <a:ea typeface="Poppins"/>
                <a:cs typeface="Poppins"/>
              </a:rPr>
              <a:t>Compare portfolios holding 5, 10 or 20 names.</a:t>
            </a:r>
          </a:p>
        </p:txBody>
      </p:sp>
    </p:spTree>
    <p:extLst>
      <p:ext uri="{BB962C8B-B14F-4D97-AF65-F5344CB8AC3E}">
        <p14:creationId xmlns:p14="http://schemas.microsoft.com/office/powerpoint/2010/main" val="274284904"/>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8590E16-4382-4D65-B34A-09CF29BF5F72}"/>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9A1079D0-5B55-43CC-9FB1-02E3A5639A54}"/>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D7148A9F-A761-4FB9-A0C2-D151D3A6E8C0}"/>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DATA</a:t>
            </a:r>
          </a:p>
        </p:txBody>
      </p:sp>
      <p:sp>
        <p:nvSpPr>
          <p:cNvPr id="4" name="">
            <a:extLst xmlns:a="http://schemas.openxmlformats.org/drawingml/2006/main">
              <a:ext uri="{FF2B5EF4-FFF2-40B4-BE49-F238E27FC236}">
                <a16:creationId xmlns:a16="http://schemas.microsoft.com/office/drawing/2014/main" id="{280D842D-46F6-4DE0-8EC3-D854D1F22AF9}"/>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LIMITS</a:t>
            </a:r>
          </a:p>
        </p:txBody>
      </p:sp>
      <p:sp>
        <p:nvSpPr>
          <p:cNvPr id="5" name="">
            <a:extLst xmlns:a="http://schemas.openxmlformats.org/drawingml/2006/main">
              <a:ext uri="{FF2B5EF4-FFF2-40B4-BE49-F238E27FC236}">
                <a16:creationId xmlns:a16="http://schemas.microsoft.com/office/drawing/2014/main" id="{AC8C6CF3-A751-4CCD-B63E-BE188A1FDE2B}"/>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Recovered history does not guarantee enough recent data to trade.</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 usable group changes with the date and the amount of trading activity.</a:t>
            </a:r>
          </a:p>
        </p:txBody>
      </p:sp>
      <p:sp>
        <p:nvSpPr>
          <p:cNvPr id="6" name="">
            <a:extLst xmlns:a="http://schemas.openxmlformats.org/drawingml/2006/main">
              <a:ext uri="{FF2B5EF4-FFF2-40B4-BE49-F238E27FC236}">
                <a16:creationId xmlns:a16="http://schemas.microsoft.com/office/drawing/2014/main" id="{B5358FD3-9F25-45AF-A5FC-CD03D8FF6DA8}"/>
              </a:ext>
            </a:extLst>
          </p:cNvPr>
          <p:cNvSpPr>
            <a:spLocks xmlns:a="http://schemas.openxmlformats.org/drawingml/2006/main" noGrp="1"/>
          </p:cNvSpPr>
          <p:nvPr/>
        </p:nvSpPr>
        <p:spPr>
          <a:xfrm xmlns:a="http://schemas.openxmlformats.org/drawingml/2006/main">
            <a:off x="685800" y="337185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ELIGIBLE NAMES DURING 2022–2025</a:t>
            </a:r>
          </a:p>
        </p:txBody>
      </p:sp>
      <p:sp>
        <p:nvSpPr>
          <p:cNvPr id="7" name="">
            <a:extLst xmlns:a="http://schemas.openxmlformats.org/drawingml/2006/main">
              <a:ext uri="{FF2B5EF4-FFF2-40B4-BE49-F238E27FC236}">
                <a16:creationId xmlns:a16="http://schemas.microsoft.com/office/drawing/2014/main" id="{DBE971EC-A46F-4B31-B1BB-855BEDCC1184}"/>
              </a:ext>
            </a:extLst>
          </p:cNvPr>
          <p:cNvSpPr>
            <a:spLocks xmlns:a="http://schemas.openxmlformats.org/drawingml/2006/main" noGrp="1"/>
          </p:cNvSpPr>
          <p:nvPr/>
        </p:nvSpPr>
        <p:spPr>
          <a:xfrm xmlns:a="http://schemas.openxmlformats.org/drawingml/2006/main">
            <a:off x="723900" y="3943350"/>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Poppins"/>
                <a:ea typeface="Poppins"/>
                <a:cs typeface="Poppins"/>
              </a:defRPr>
            </a:defPPr>
          </a:lstStyle>
          <a:p xmlns:a="http://schemas.openxmlformats.org/drawingml/2006/main">
            <a:pPr>
              <a:defRPr sz="2100" b="1">
                <a:solidFill>
                  <a:srgbClr val="D9D9D9"/>
                </a:solidFill>
                <a:latin typeface="Poppins"/>
                <a:ea typeface="Poppins"/>
                <a:cs typeface="Poppins"/>
              </a:defRPr>
            </a:pPr>
            <a:r>
              <a:rPr sz="2100" b="1">
                <a:solidFill>
                  <a:srgbClr val="D9D9D9"/>
                </a:solidFill>
                <a:latin typeface="Poppins"/>
                <a:ea typeface="Poppins"/>
                <a:cs typeface="Poppins"/>
              </a:rPr>
              <a:t>NYSE</a:t>
            </a:r>
          </a:p>
        </p:txBody>
      </p:sp>
      <p:sp>
        <p:nvSpPr>
          <p:cNvPr id="8" name="">
            <a:extLst xmlns:a="http://schemas.openxmlformats.org/drawingml/2006/main">
              <a:ext uri="{FF2B5EF4-FFF2-40B4-BE49-F238E27FC236}">
                <a16:creationId xmlns:a16="http://schemas.microsoft.com/office/drawing/2014/main" id="{A9595E00-227E-4558-8EC7-5B3CE1F0E3FB}"/>
              </a:ext>
            </a:extLst>
          </p:cNvPr>
          <p:cNvSpPr>
            <a:spLocks xmlns:a="http://schemas.openxmlformats.org/drawingml/2006/main" noGrp="1"/>
          </p:cNvSpPr>
          <p:nvPr/>
        </p:nvSpPr>
        <p:spPr>
          <a:xfrm xmlns:a="http://schemas.openxmlformats.org/drawingml/2006/main">
            <a:off x="2638425" y="3705225"/>
            <a:ext cx="4314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FFDA37"/>
                </a:solidFill>
                <a:latin typeface="Poppins"/>
                <a:ea typeface="Poppins"/>
                <a:cs typeface="Poppins"/>
              </a:defRPr>
            </a:defPPr>
          </a:lstStyle>
          <a:p xmlns:a="http://schemas.openxmlformats.org/drawingml/2006/main">
            <a:pPr>
              <a:defRPr sz="5025" b="1">
                <a:solidFill>
                  <a:srgbClr val="FFDA37"/>
                </a:solidFill>
                <a:latin typeface="Poppins"/>
                <a:ea typeface="Poppins"/>
                <a:cs typeface="Poppins"/>
              </a:defRPr>
            </a:pPr>
            <a:r>
              <a:rPr sz="5025" b="1">
                <a:solidFill>
                  <a:srgbClr val="FFDA37"/>
                </a:solidFill>
                <a:latin typeface="Poppins"/>
                <a:ea typeface="Poppins"/>
                <a:cs typeface="Poppins"/>
              </a:rPr>
              <a:t>56–63</a:t>
            </a:r>
          </a:p>
        </p:txBody>
      </p:sp>
      <p:sp>
        <p:nvSpPr>
          <p:cNvPr id="9" name="">
            <a:extLst xmlns:a="http://schemas.openxmlformats.org/drawingml/2006/main">
              <a:ext uri="{FF2B5EF4-FFF2-40B4-BE49-F238E27FC236}">
                <a16:creationId xmlns:a16="http://schemas.microsoft.com/office/drawing/2014/main" id="{F202B2F9-980C-4992-ACD1-F53CBBA7F7E6}"/>
              </a:ext>
            </a:extLst>
          </p:cNvPr>
          <p:cNvSpPr>
            <a:spLocks xmlns:a="http://schemas.openxmlformats.org/drawingml/2006/main" noGrp="1"/>
          </p:cNvSpPr>
          <p:nvPr/>
        </p:nvSpPr>
        <p:spPr>
          <a:xfrm xmlns:a="http://schemas.openxmlformats.org/drawingml/2006/main">
            <a:off x="723900" y="494347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Poppins"/>
                <a:ea typeface="Poppins"/>
                <a:cs typeface="Poppins"/>
              </a:defRPr>
            </a:defPPr>
          </a:lstStyle>
          <a:p xmlns:a="http://schemas.openxmlformats.org/drawingml/2006/main">
            <a:pPr>
              <a:defRPr sz="2100" b="1">
                <a:solidFill>
                  <a:srgbClr val="D9D9D9"/>
                </a:solidFill>
                <a:latin typeface="Poppins"/>
                <a:ea typeface="Poppins"/>
                <a:cs typeface="Poppins"/>
              </a:defRPr>
            </a:pPr>
            <a:r>
              <a:rPr sz="2100" b="1">
                <a:solidFill>
                  <a:srgbClr val="D9D9D9"/>
                </a:solidFill>
                <a:latin typeface="Poppins"/>
                <a:ea typeface="Poppins"/>
                <a:cs typeface="Poppins"/>
              </a:rPr>
              <a:t>NASDAQ</a:t>
            </a:r>
          </a:p>
        </p:txBody>
      </p:sp>
      <p:sp>
        <p:nvSpPr>
          <p:cNvPr id="10" name="">
            <a:extLst xmlns:a="http://schemas.openxmlformats.org/drawingml/2006/main">
              <a:ext uri="{FF2B5EF4-FFF2-40B4-BE49-F238E27FC236}">
                <a16:creationId xmlns:a16="http://schemas.microsoft.com/office/drawing/2014/main" id="{6C22D909-B26A-4963-B8EC-00AE7C63366F}"/>
              </a:ext>
            </a:extLst>
          </p:cNvPr>
          <p:cNvSpPr>
            <a:spLocks xmlns:a="http://schemas.openxmlformats.org/drawingml/2006/main" noGrp="1"/>
          </p:cNvSpPr>
          <p:nvPr/>
        </p:nvSpPr>
        <p:spPr>
          <a:xfrm xmlns:a="http://schemas.openxmlformats.org/drawingml/2006/main">
            <a:off x="2638425" y="4705350"/>
            <a:ext cx="4314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FFDA37"/>
                </a:solidFill>
                <a:latin typeface="Poppins"/>
                <a:ea typeface="Poppins"/>
                <a:cs typeface="Poppins"/>
              </a:defRPr>
            </a:defPPr>
          </a:lstStyle>
          <a:p xmlns:a="http://schemas.openxmlformats.org/drawingml/2006/main">
            <a:pPr>
              <a:defRPr sz="5025" b="1">
                <a:solidFill>
                  <a:srgbClr val="FFDA37"/>
                </a:solidFill>
                <a:latin typeface="Poppins"/>
                <a:ea typeface="Poppins"/>
                <a:cs typeface="Poppins"/>
              </a:defRPr>
            </a:pPr>
            <a:r>
              <a:rPr sz="5025" b="1">
                <a:solidFill>
                  <a:srgbClr val="FFDA37"/>
                </a:solidFill>
                <a:latin typeface="Poppins"/>
                <a:ea typeface="Poppins"/>
                <a:cs typeface="Poppins"/>
              </a:rPr>
              <a:t>50–59</a:t>
            </a:r>
          </a:p>
        </p:txBody>
      </p:sp>
      <p:sp>
        <p:nvSpPr>
          <p:cNvPr id="11" name="">
            <a:extLst xmlns:a="http://schemas.openxmlformats.org/drawingml/2006/main">
              <a:ext uri="{FF2B5EF4-FFF2-40B4-BE49-F238E27FC236}">
                <a16:creationId xmlns:a16="http://schemas.microsoft.com/office/drawing/2014/main" id="{CAF5D525-52DB-4349-B98E-ED484ED53504}"/>
              </a:ext>
            </a:extLst>
          </p:cNvPr>
          <p:cNvSpPr>
            <a:spLocks xmlns:a="http://schemas.openxmlformats.org/drawingml/2006/main" noGrp="1"/>
          </p:cNvSpPr>
          <p:nvPr/>
        </p:nvSpPr>
        <p:spPr>
          <a:xfrm xmlns:a="http://schemas.openxmlformats.org/drawingml/2006/main">
            <a:off x="733425" y="5715000"/>
            <a:ext cx="6448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AAAA5"/>
                </a:solidFill>
                <a:latin typeface="Poppins"/>
                <a:ea typeface="Poppins"/>
                <a:cs typeface="Poppins"/>
              </a:defRPr>
            </a:defPPr>
          </a:lstStyle>
          <a:p xmlns:a="http://schemas.openxmlformats.org/drawingml/2006/main">
            <a:pPr>
              <a:defRPr sz="1500" b="0">
                <a:solidFill>
                  <a:srgbClr val="AAAAA5"/>
                </a:solidFill>
                <a:latin typeface="Poppins"/>
                <a:ea typeface="Poppins"/>
                <a:cs typeface="Poppins"/>
              </a:defRPr>
            </a:pPr>
            <a:r>
              <a:rPr sz="1500" b="0">
                <a:solidFill>
                  <a:srgbClr val="AAAAA5"/>
                </a:solidFill>
                <a:latin typeface="Poppins"/>
                <a:ea typeface="Poppins"/>
                <a:cs typeface="Poppins"/>
              </a:rPr>
              <a:t>Ranges across test dates and both forecast horizons</a:t>
            </a:r>
          </a:p>
        </p:txBody>
      </p:sp>
      <p:sp>
        <p:nvSpPr>
          <p:cNvPr id="12" name="">
            <a:extLst xmlns:a="http://schemas.openxmlformats.org/drawingml/2006/main">
              <a:ext uri="{FF2B5EF4-FFF2-40B4-BE49-F238E27FC236}">
                <a16:creationId xmlns:a16="http://schemas.microsoft.com/office/drawing/2014/main" id="{931086A5-A1A1-493C-A909-011BCC7ACCA9}"/>
              </a:ext>
            </a:extLst>
          </p:cNvPr>
          <p:cNvSpPr>
            <a:spLocks xmlns:a="http://schemas.openxmlformats.org/drawingml/2006/main" noGrp="1"/>
          </p:cNvSpPr>
          <p:nvPr/>
        </p:nvSpPr>
        <p:spPr>
          <a:xfrm xmlns:a="http://schemas.openxmlformats.org/drawingml/2006/main">
            <a:off x="7734300" y="3400425"/>
            <a:ext cx="378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WHAT THE SAMPLE MISSES</a:t>
            </a:r>
          </a:p>
        </p:txBody>
      </p:sp>
      <p:sp>
        <p:nvSpPr>
          <p:cNvPr id="13" name="">
            <a:extLst xmlns:a="http://schemas.openxmlformats.org/drawingml/2006/main">
              <a:ext uri="{FF2B5EF4-FFF2-40B4-BE49-F238E27FC236}">
                <a16:creationId xmlns:a16="http://schemas.microsoft.com/office/drawing/2014/main" id="{8BB321F3-777E-4852-B8F5-B0DE795F1AA0}"/>
              </a:ext>
            </a:extLst>
          </p:cNvPr>
          <p:cNvSpPr>
            <a:spLocks xmlns:a="http://schemas.openxmlformats.org/drawingml/2006/main" noGrp="1"/>
          </p:cNvSpPr>
          <p:nvPr/>
        </p:nvSpPr>
        <p:spPr>
          <a:xfrm xmlns:a="http://schemas.openxmlformats.org/drawingml/2006/main">
            <a:off x="7734300" y="3886200"/>
            <a:ext cx="3790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Poppins"/>
                <a:ea typeface="Poppins"/>
                <a:cs typeface="Poppins"/>
              </a:defRPr>
            </a:defPPr>
          </a:lstStyle>
          <a:p xmlns:a="http://schemas.openxmlformats.org/drawingml/2006/main">
            <a:pPr>
              <a:defRPr sz="1950" b="1">
                <a:solidFill>
                  <a:srgbClr val="D9D9D9"/>
                </a:solidFill>
                <a:latin typeface="Poppins"/>
                <a:ea typeface="Poppins"/>
                <a:cs typeface="Poppins"/>
              </a:defRPr>
            </a:pPr>
            <a:r>
              <a:rPr sz="1950" b="1">
                <a:solidFill>
                  <a:srgbClr val="D9D9D9"/>
                </a:solidFill>
                <a:latin typeface="Poppins"/>
                <a:ea typeface="Poppins"/>
                <a:cs typeface="Poppins"/>
              </a:rPr>
              <a:t>Companies that disappeared</a:t>
            </a:r>
          </a:p>
        </p:txBody>
      </p:sp>
      <p:sp>
        <p:nvSpPr>
          <p:cNvPr id="14" name="">
            <a:extLst xmlns:a="http://schemas.openxmlformats.org/drawingml/2006/main">
              <a:ext uri="{FF2B5EF4-FFF2-40B4-BE49-F238E27FC236}">
                <a16:creationId xmlns:a16="http://schemas.microsoft.com/office/drawing/2014/main" id="{DA773446-6290-4C0A-A4BC-7EB4E2823D20}"/>
              </a:ext>
            </a:extLst>
          </p:cNvPr>
          <p:cNvSpPr>
            <a:spLocks xmlns:a="http://schemas.openxmlformats.org/drawingml/2006/main" noGrp="1"/>
          </p:cNvSpPr>
          <p:nvPr/>
        </p:nvSpPr>
        <p:spPr>
          <a:xfrm xmlns:a="http://schemas.openxmlformats.org/drawingml/2006/main">
            <a:off x="7734300" y="4495800"/>
            <a:ext cx="3752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Missing histories can favour the companies that survived.</a:t>
            </a:r>
          </a:p>
        </p:txBody>
      </p:sp>
      <p:sp>
        <p:nvSpPr>
          <p:cNvPr id="15" name="">
            <a:extLst xmlns:a="http://schemas.openxmlformats.org/drawingml/2006/main">
              <a:ext uri="{FF2B5EF4-FFF2-40B4-BE49-F238E27FC236}">
                <a16:creationId xmlns:a16="http://schemas.microsoft.com/office/drawing/2014/main" id="{78E5D032-C8BE-47BE-99C7-56EA2F404A64}"/>
              </a:ext>
            </a:extLst>
          </p:cNvPr>
          <p:cNvSpPr>
            <a:spLocks xmlns:a="http://schemas.openxmlformats.org/drawingml/2006/main" noGrp="1"/>
          </p:cNvSpPr>
          <p:nvPr/>
        </p:nvSpPr>
        <p:spPr>
          <a:xfrm xmlns:a="http://schemas.openxmlformats.org/drawingml/2006/main">
            <a:off x="7734300" y="5381625"/>
            <a:ext cx="3743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Poppins"/>
                <a:ea typeface="Poppins"/>
                <a:cs typeface="Poppins"/>
              </a:defRPr>
            </a:defPPr>
          </a:lstStyle>
          <a:p xmlns:a="http://schemas.openxmlformats.org/drawingml/2006/main">
            <a:pPr>
              <a:defRPr sz="1950" b="1">
                <a:solidFill>
                  <a:srgbClr val="D9D9D9"/>
                </a:solidFill>
                <a:latin typeface="Poppins"/>
                <a:ea typeface="Poppins"/>
                <a:cs typeface="Poppins"/>
              </a:defRPr>
            </a:pPr>
            <a:r>
              <a:rPr sz="1950" b="1">
                <a:solidFill>
                  <a:srgbClr val="D9D9D9"/>
                </a:solidFill>
                <a:latin typeface="Poppins"/>
                <a:ea typeface="Poppins"/>
                <a:cs typeface="Poppins"/>
              </a:rPr>
              <a:t>The full market</a:t>
            </a:r>
          </a:p>
        </p:txBody>
      </p:sp>
      <p:sp>
        <p:nvSpPr>
          <p:cNvPr id="16" name="">
            <a:extLst xmlns:a="http://schemas.openxmlformats.org/drawingml/2006/main">
              <a:ext uri="{FF2B5EF4-FFF2-40B4-BE49-F238E27FC236}">
                <a16:creationId xmlns:a16="http://schemas.microsoft.com/office/drawing/2014/main" id="{C93EE5FB-2DAE-4176-8920-E5D7B7A66BC2}"/>
              </a:ext>
            </a:extLst>
          </p:cNvPr>
          <p:cNvSpPr>
            <a:spLocks xmlns:a="http://schemas.openxmlformats.org/drawingml/2006/main" noGrp="1"/>
          </p:cNvSpPr>
          <p:nvPr/>
        </p:nvSpPr>
        <p:spPr>
          <a:xfrm xmlns:a="http://schemas.openxmlformats.org/drawingml/2006/main">
            <a:off x="7734300" y="5781675"/>
            <a:ext cx="37814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These samples do not represent every name on either exchange.</a:t>
            </a:r>
          </a:p>
        </p:txBody>
      </p:sp>
      <p:sp>
        <p:nvSpPr>
          <p:cNvPr id="17" name="">
            <a:extLst xmlns:a="http://schemas.openxmlformats.org/drawingml/2006/main">
              <a:ext uri="{FF2B5EF4-FFF2-40B4-BE49-F238E27FC236}">
                <a16:creationId xmlns:a16="http://schemas.microsoft.com/office/drawing/2014/main" id="{F9B23D41-2C38-4463-9D05-7BD23415CCEB}"/>
              </a:ext>
            </a:extLst>
          </p:cNvPr>
          <p:cNvSpPr>
            <a:spLocks xmlns:a="http://schemas.openxmlformats.org/drawingml/2006/main" noGrp="1"/>
          </p:cNvSpPr>
          <p:nvPr/>
        </p:nvSpPr>
        <p:spPr>
          <a:xfrm xmlns:a="http://schemas.openxmlformats.org/drawingml/2006/main">
            <a:off x="685800" y="64674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Poppins"/>
                <a:ea typeface="Poppins"/>
                <a:cs typeface="Poppins"/>
              </a:defRPr>
            </a:defPPr>
          </a:lstStyle>
          <a:p xmlns:a="http://schemas.openxmlformats.org/drawingml/2006/main">
            <a:pPr>
              <a:defRPr sz="1200" b="0">
                <a:solidFill>
                  <a:srgbClr val="AAAAA5"/>
                </a:solidFill>
                <a:latin typeface="Poppins"/>
                <a:ea typeface="Poppins"/>
                <a:cs typeface="Poppins"/>
              </a:defRPr>
            </a:pPr>
            <a:r>
              <a:rPr sz="1200" b="0">
                <a:solidFill>
                  <a:srgbClr val="AAAAA5"/>
                </a:solidFill>
                <a:latin typeface="Poppins"/>
                <a:ea typeface="Poppins"/>
                <a:cs typeface="Poppins"/>
              </a:rPr>
              <a:t>Public vendors can revise past prices. A clean time split does not remove these data limitations.</a:t>
            </a:r>
          </a:p>
        </p:txBody>
      </p:sp>
    </p:spTree>
    <p:extLst>
      <p:ext uri="{BB962C8B-B14F-4D97-AF65-F5344CB8AC3E}">
        <p14:creationId xmlns:p14="http://schemas.microsoft.com/office/powerpoint/2010/main" val="756969794"/>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27C25A4-0839-41B0-BD13-B7A68BAB7D8A}"/>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Poppins"/>
                <a:ea typeface="Poppins"/>
                <a:cs typeface="Poppins"/>
              </a:defRPr>
            </a:defPPr>
          </a:lstStyle>
          <a:p xmlns:a="http://schemas.openxmlformats.org/drawingml/2006/main">
            <a:pPr>
              <a:defRPr sz="1350" b="1">
                <a:solidFill>
                  <a:srgbClr val="D9D9D9"/>
                </a:solidFill>
                <a:latin typeface="Poppins"/>
                <a:ea typeface="Poppins"/>
                <a:cs typeface="Poppins"/>
              </a:defRPr>
            </a:pPr>
            <a:r>
              <a:rPr sz="1350" b="1">
                <a:solidFill>
                  <a:srgbClr val="D9D9D9"/>
                </a:solidFill>
                <a:latin typeface="Poppins"/>
                <a:ea typeface="Poppins"/>
                <a:cs typeface="Poppins"/>
              </a:rPr>
              <a:t>Datasets</a:t>
            </a:r>
          </a:p>
        </p:txBody>
      </p:sp>
      <p:sp>
        <p:nvSpPr>
          <p:cNvPr id="2" name="">
            <a:extLst xmlns:a="http://schemas.openxmlformats.org/drawingml/2006/main">
              <a:ext uri="{FF2B5EF4-FFF2-40B4-BE49-F238E27FC236}">
                <a16:creationId xmlns:a16="http://schemas.microsoft.com/office/drawing/2014/main" id="{D27DF8B9-9A1E-4096-98F7-A1BED7C27341}"/>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Poppins"/>
                <a:ea typeface="Poppins"/>
                <a:cs typeface="Poppins"/>
              </a:defRPr>
            </a:defPPr>
          </a:lstStyle>
          <a:p xmlns:a="http://schemas.openxmlformats.org/drawingml/2006/main">
            <a:pPr>
              <a:defRPr sz="1200" b="0">
                <a:solidFill>
                  <a:srgbClr val="D9D9D9"/>
                </a:solidFill>
                <a:latin typeface="Poppins"/>
                <a:ea typeface="Poppins"/>
                <a:cs typeface="Poppins"/>
              </a:defRPr>
            </a:pPr>
            <a:r>
              <a:rPr sz="1200" b="0">
                <a:solidFill>
                  <a:srgbClr val="D9D9D9"/>
                </a:solidFill>
                <a:latin typeface="Poppins"/>
                <a:ea typeface="Poppins"/>
                <a:cs typeface="Poppins"/>
              </a:rPr>
              <a:t>12 Oct, 2026</a:t>
            </a:r>
          </a:p>
        </p:txBody>
      </p:sp>
      <p:sp>
        <p:nvSpPr>
          <p:cNvPr id="3" name="">
            <a:extLst xmlns:a="http://schemas.openxmlformats.org/drawingml/2006/main">
              <a:ext uri="{FF2B5EF4-FFF2-40B4-BE49-F238E27FC236}">
                <a16:creationId xmlns:a16="http://schemas.microsoft.com/office/drawing/2014/main" id="{6BD02CF9-5640-4C8A-8582-AE1C2A7F365D}"/>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READING</a:t>
            </a:r>
          </a:p>
        </p:txBody>
      </p:sp>
      <p:sp>
        <p:nvSpPr>
          <p:cNvPr id="4" name="">
            <a:extLst xmlns:a="http://schemas.openxmlformats.org/drawingml/2006/main">
              <a:ext uri="{FF2B5EF4-FFF2-40B4-BE49-F238E27FC236}">
                <a16:creationId xmlns:a16="http://schemas.microsoft.com/office/drawing/2014/main" id="{A0A2A4D8-431A-40EF-B869-4C70B4C9E766}"/>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0">
                <a:solidFill>
                  <a:srgbClr val="D9D9D9"/>
                </a:solidFill>
                <a:latin typeface="Poppins Black"/>
                <a:ea typeface="Poppins Black"/>
                <a:cs typeface="Poppins Black"/>
              </a:defRPr>
            </a:defPPr>
          </a:lstStyle>
          <a:p xmlns:a="http://schemas.openxmlformats.org/drawingml/2006/main">
            <a:pPr>
              <a:defRPr sz="6450" b="0">
                <a:solidFill>
                  <a:srgbClr val="D9D9D9"/>
                </a:solidFill>
                <a:latin typeface="Poppins Black"/>
                <a:ea typeface="Poppins Black"/>
                <a:cs typeface="Poppins Black"/>
              </a:defRPr>
            </a:pPr>
            <a:r>
              <a:rPr sz="6450" b="0">
                <a:solidFill>
                  <a:srgbClr val="D9D9D9"/>
                </a:solidFill>
                <a:latin typeface="Poppins Black"/>
                <a:ea typeface="Poppins Black"/>
                <a:cs typeface="Poppins Black"/>
              </a:rPr>
              <a:t>RESULTS</a:t>
            </a:r>
          </a:p>
        </p:txBody>
      </p:sp>
      <p:sp>
        <p:nvSpPr>
          <p:cNvPr id="5" name="">
            <a:extLst xmlns:a="http://schemas.openxmlformats.org/drawingml/2006/main">
              <a:ext uri="{FF2B5EF4-FFF2-40B4-BE49-F238E27FC236}">
                <a16:creationId xmlns:a16="http://schemas.microsoft.com/office/drawing/2014/main" id="{450C2CE5-F2A2-4A4D-8CF6-A917D17EF731}"/>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Poppins"/>
                <a:ea typeface="Poppins"/>
                <a:cs typeface="Poppins"/>
              </a:defRPr>
            </a:defPPr>
          </a:lstStyle>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We combine each year’s test returns into a four-year research curve.</a:t>
            </a:r>
          </a:p>
          <a:p xmlns:a="http://schemas.openxmlformats.org/drawingml/2006/main">
            <a:r>
              <a:t/>
            </a:r>
          </a:p>
          <a:p xmlns:a="http://schemas.openxmlformats.org/drawingml/2006/main">
            <a:pPr>
              <a:defRPr sz="1650" b="0">
                <a:solidFill>
                  <a:srgbClr val="D9D9D9"/>
                </a:solidFill>
                <a:latin typeface="Poppins"/>
                <a:ea typeface="Poppins"/>
                <a:cs typeface="Poppins"/>
              </a:defRPr>
            </a:pPr>
            <a:r>
              <a:rPr sz="1650" b="0">
                <a:solidFill>
                  <a:srgbClr val="D9D9D9"/>
                </a:solidFill>
                <a:latin typeface="Poppins"/>
                <a:ea typeface="Poppins"/>
                <a:cs typeface="Poppins"/>
              </a:rPr>
              <a:t>The same dates and modeled costs apply to the model and the comparison funds.</a:t>
            </a:r>
          </a:p>
        </p:txBody>
      </p:sp>
      <p:sp>
        <p:nvSpPr>
          <p:cNvPr id="6" name="">
            <a:extLst xmlns:a="http://schemas.openxmlformats.org/drawingml/2006/main">
              <a:ext uri="{FF2B5EF4-FFF2-40B4-BE49-F238E27FC236}">
                <a16:creationId xmlns:a16="http://schemas.microsoft.com/office/drawing/2014/main" id="{84C5636B-3C9A-4CFC-98CA-D2F5DD55B552}"/>
              </a:ext>
            </a:extLst>
          </p:cNvPr>
          <p:cNvSpPr>
            <a:spLocks xmlns:a="http://schemas.openxmlformats.org/drawingml/2006/main" noGrp="1"/>
          </p:cNvSpPr>
          <p:nvPr/>
        </p:nvSpPr>
        <p:spPr>
          <a:xfrm xmlns:a="http://schemas.openxmlformats.org/drawingml/2006/main">
            <a:off x="723900" y="326707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Poppins"/>
                <a:ea typeface="Poppins"/>
                <a:cs typeface="Poppins"/>
              </a:defRPr>
            </a:defPPr>
          </a:lstStyle>
          <a:p xmlns:a="http://schemas.openxmlformats.org/drawingml/2006/main">
            <a:pPr>
              <a:defRPr sz="1500" b="1">
                <a:solidFill>
                  <a:srgbClr val="D9D9D9"/>
                </a:solidFill>
                <a:latin typeface="Poppins"/>
                <a:ea typeface="Poppins"/>
                <a:cs typeface="Poppins"/>
              </a:defRPr>
            </a:pPr>
            <a:r>
              <a:rPr sz="1500" b="1">
                <a:solidFill>
                  <a:srgbClr val="D9D9D9"/>
                </a:solidFill>
                <a:latin typeface="Poppins"/>
                <a:ea typeface="Poppins"/>
                <a:cs typeface="Poppins"/>
              </a:rPr>
              <a:t>EXAMPLE: NASDAQ GROUP, FIVE-DAY FORECAST</a:t>
            </a:r>
          </a:p>
        </p:txBody>
      </p:sp>
      <p:sp>
        <p:nvSpPr>
          <p:cNvPr id="7" name="">
            <a:extLst xmlns:a="http://schemas.openxmlformats.org/drawingml/2006/main">
              <a:ext uri="{FF2B5EF4-FFF2-40B4-BE49-F238E27FC236}">
                <a16:creationId xmlns:a16="http://schemas.microsoft.com/office/drawing/2014/main" id="{F66752CB-5C59-4CFD-A18F-DDEE676E7173}"/>
              </a:ext>
            </a:extLst>
          </p:cNvPr>
          <p:cNvSpPr>
            <a:spLocks xmlns:a="http://schemas.openxmlformats.org/drawingml/2006/main" noGrp="1"/>
          </p:cNvSpPr>
          <p:nvPr/>
        </p:nvSpPr>
        <p:spPr>
          <a:xfrm xmlns:a="http://schemas.openxmlformats.org/drawingml/2006/main">
            <a:off x="723900" y="3571875"/>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AAAAA5"/>
                </a:solidFill>
                <a:latin typeface="Poppins"/>
                <a:ea typeface="Poppins"/>
                <a:cs typeface="Poppins"/>
              </a:defRPr>
            </a:defPPr>
          </a:lstStyle>
          <a:p xmlns:a="http://schemas.openxmlformats.org/drawingml/2006/main">
            <a:pPr>
              <a:defRPr sz="1425" b="0">
                <a:solidFill>
                  <a:srgbClr val="AAAAA5"/>
                </a:solidFill>
                <a:latin typeface="Poppins"/>
                <a:ea typeface="Poppins"/>
                <a:cs typeface="Poppins"/>
              </a:defRPr>
            </a:pPr>
            <a:r>
              <a:rPr sz="1425" b="0">
                <a:solidFill>
                  <a:srgbClr val="AAAAA5"/>
                </a:solidFill>
                <a:latin typeface="Poppins"/>
                <a:ea typeface="Poppins"/>
                <a:cs typeface="Poppins"/>
              </a:rPr>
              <a:t>Growth of a starting $1 after modeled costs</a:t>
            </a:r>
          </a:p>
        </p:txBody>
      </p:sp>
      <p:graphicFrame>
        <p:nvGraphicFramePr>
          <p:cNvPr id="8" name="Chart">
            <a:extLst xmlns:a="http://schemas.openxmlformats.org/drawingml/2006/main">
              <a:ext uri="{FF2B5EF4-FFF2-40B4-BE49-F238E27FC236}">
                <a16:creationId xmlns:a16="http://schemas.microsoft.com/office/drawing/2014/main" id="{65F41BBC-3832-4252-8CFD-C864135236D6}"/>
              </a:ext>
            </a:extLst>
          </p:cNvPr>
          <p:cNvGraphicFramePr/>
          <p:nvPr/>
        </p:nvGraphicFramePr>
        <p:xfrm>
          <a:off xmlns:a="http://schemas.openxmlformats.org/drawingml/2006/main" x="676275" y="3914775"/>
          <a:ext xmlns:a="http://schemas.openxmlformats.org/drawingml/2006/main" cx="7019925" cy="2047875"/>
        </p:xfrm>
        <a:graphic xmlns:a="http://schemas.openxmlformats.org/drawingml/2006/main">
          <a:graphicData uri="http://schemas.openxmlformats.org/drawingml/2006/chart">
            <c:chart xmlns:r="http://schemas.openxmlformats.org/officeDocument/2006/relationships" xmlns:c="http://schemas.openxmlformats.org/drawingml/2006/chart" r:id="R833055e8a3024132"/>
          </a:graphicData>
        </a:graphic>
      </p:graphicFrame>
      <p:sp>
        <p:nvSpPr>
          <p:cNvPr id="9" name="">
            <a:extLst xmlns:a="http://schemas.openxmlformats.org/drawingml/2006/main">
              <a:ext uri="{FF2B5EF4-FFF2-40B4-BE49-F238E27FC236}">
                <a16:creationId xmlns:a16="http://schemas.microsoft.com/office/drawing/2014/main" id="{D34E8B55-B396-45EC-9B5D-BF64CCBCEAC5}"/>
              </a:ext>
            </a:extLst>
          </p:cNvPr>
          <p:cNvSpPr>
            <a:spLocks xmlns:a="http://schemas.openxmlformats.org/drawingml/2006/main" noGrp="1"/>
          </p:cNvSpPr>
          <p:nvPr/>
        </p:nvSpPr>
        <p:spPr>
          <a:xfrm xmlns:a="http://schemas.openxmlformats.org/drawingml/2006/main">
            <a:off x="1162050" y="6057900"/>
            <a:ext cx="2009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FFDA37"/>
                </a:solidFill>
                <a:latin typeface="Poppins"/>
                <a:ea typeface="Poppins"/>
                <a:cs typeface="Poppins"/>
              </a:defRPr>
            </a:defPPr>
          </a:lstStyle>
          <a:p xmlns:a="http://schemas.openxmlformats.org/drawingml/2006/main">
            <a:pPr>
              <a:defRPr sz="1425" b="1">
                <a:solidFill>
                  <a:srgbClr val="FFDA37"/>
                </a:solidFill>
                <a:latin typeface="Poppins"/>
                <a:ea typeface="Poppins"/>
                <a:cs typeface="Poppins"/>
              </a:defRPr>
            </a:pPr>
            <a:r>
              <a:rPr sz="1425" b="1">
                <a:solidFill>
                  <a:srgbClr val="FFDA37"/>
                </a:solidFill>
                <a:latin typeface="Poppins"/>
                <a:ea typeface="Poppins"/>
                <a:cs typeface="Poppins"/>
              </a:rPr>
              <a:t>Example model</a:t>
            </a:r>
          </a:p>
        </p:txBody>
      </p:sp>
      <p:sp>
        <p:nvSpPr>
          <p:cNvPr id="10" name="">
            <a:extLst xmlns:a="http://schemas.openxmlformats.org/drawingml/2006/main">
              <a:ext uri="{FF2B5EF4-FFF2-40B4-BE49-F238E27FC236}">
                <a16:creationId xmlns:a16="http://schemas.microsoft.com/office/drawing/2014/main" id="{37F759C5-0D8B-4FB5-B018-6C316E9015CD}"/>
              </a:ext>
            </a:extLst>
          </p:cNvPr>
          <p:cNvSpPr>
            <a:spLocks xmlns:a="http://schemas.openxmlformats.org/drawingml/2006/main" noGrp="1"/>
          </p:cNvSpPr>
          <p:nvPr/>
        </p:nvSpPr>
        <p:spPr>
          <a:xfrm xmlns:a="http://schemas.openxmlformats.org/drawingml/2006/main">
            <a:off x="3476625" y="6057900"/>
            <a:ext cx="847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D9D9D9"/>
                </a:solidFill>
                <a:latin typeface="Poppins"/>
                <a:ea typeface="Poppins"/>
                <a:cs typeface="Poppins"/>
              </a:defRPr>
            </a:defPPr>
          </a:lstStyle>
          <a:p xmlns:a="http://schemas.openxmlformats.org/drawingml/2006/main">
            <a:pPr>
              <a:defRPr sz="1425" b="1">
                <a:solidFill>
                  <a:srgbClr val="D9D9D9"/>
                </a:solidFill>
                <a:latin typeface="Poppins"/>
                <a:ea typeface="Poppins"/>
                <a:cs typeface="Poppins"/>
              </a:defRPr>
            </a:pPr>
            <a:r>
              <a:rPr sz="1425" b="1">
                <a:solidFill>
                  <a:srgbClr val="D9D9D9"/>
                </a:solidFill>
                <a:latin typeface="Poppins"/>
                <a:ea typeface="Poppins"/>
                <a:cs typeface="Poppins"/>
              </a:rPr>
              <a:t>SPY</a:t>
            </a:r>
          </a:p>
        </p:txBody>
      </p:sp>
      <p:sp>
        <p:nvSpPr>
          <p:cNvPr id="11" name="">
            <a:extLst xmlns:a="http://schemas.openxmlformats.org/drawingml/2006/main">
              <a:ext uri="{FF2B5EF4-FFF2-40B4-BE49-F238E27FC236}">
                <a16:creationId xmlns:a16="http://schemas.microsoft.com/office/drawing/2014/main" id="{48F79A3B-D66B-495D-94BF-3F5D6B301973}"/>
              </a:ext>
            </a:extLst>
          </p:cNvPr>
          <p:cNvSpPr>
            <a:spLocks xmlns:a="http://schemas.openxmlformats.org/drawingml/2006/main" noGrp="1"/>
          </p:cNvSpPr>
          <p:nvPr/>
        </p:nvSpPr>
        <p:spPr>
          <a:xfrm xmlns:a="http://schemas.openxmlformats.org/drawingml/2006/main">
            <a:off x="4714875" y="6057900"/>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858580"/>
                </a:solidFill>
                <a:latin typeface="Poppins"/>
                <a:ea typeface="Poppins"/>
                <a:cs typeface="Poppins"/>
              </a:defRPr>
            </a:defPPr>
          </a:lstStyle>
          <a:p xmlns:a="http://schemas.openxmlformats.org/drawingml/2006/main">
            <a:pPr>
              <a:defRPr sz="1425" b="1">
                <a:solidFill>
                  <a:srgbClr val="858580"/>
                </a:solidFill>
                <a:latin typeface="Poppins"/>
                <a:ea typeface="Poppins"/>
                <a:cs typeface="Poppins"/>
              </a:defRPr>
            </a:pPr>
            <a:r>
              <a:rPr sz="1425" b="1">
                <a:solidFill>
                  <a:srgbClr val="858580"/>
                </a:solidFill>
                <a:latin typeface="Poppins"/>
                <a:ea typeface="Poppins"/>
                <a:cs typeface="Poppins"/>
              </a:rPr>
              <a:t>QQQ</a:t>
            </a:r>
          </a:p>
        </p:txBody>
      </p:sp>
      <p:sp>
        <p:nvSpPr>
          <p:cNvPr id="12" name="">
            <a:extLst xmlns:a="http://schemas.openxmlformats.org/drawingml/2006/main">
              <a:ext uri="{FF2B5EF4-FFF2-40B4-BE49-F238E27FC236}">
                <a16:creationId xmlns:a16="http://schemas.microsoft.com/office/drawing/2014/main" id="{8E9711B4-1497-421A-BEB7-19D00019279C}"/>
              </a:ext>
            </a:extLst>
          </p:cNvPr>
          <p:cNvSpPr>
            <a:spLocks xmlns:a="http://schemas.openxmlformats.org/drawingml/2006/main" noGrp="1"/>
          </p:cNvSpPr>
          <p:nvPr/>
        </p:nvSpPr>
        <p:spPr>
          <a:xfrm xmlns:a="http://schemas.openxmlformats.org/drawingml/2006/main">
            <a:off x="8134350" y="3267075"/>
            <a:ext cx="335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D9D9D9"/>
                </a:solidFill>
                <a:latin typeface="Poppins"/>
                <a:ea typeface="Poppins"/>
                <a:cs typeface="Poppins"/>
              </a:defRPr>
            </a:defPPr>
          </a:lstStyle>
          <a:p xmlns:a="http://schemas.openxmlformats.org/drawingml/2006/main">
            <a:pPr>
              <a:defRPr sz="1425" b="1">
                <a:solidFill>
                  <a:srgbClr val="D9D9D9"/>
                </a:solidFill>
                <a:latin typeface="Poppins"/>
                <a:ea typeface="Poppins"/>
                <a:cs typeface="Poppins"/>
              </a:defRPr>
            </a:pPr>
            <a:r>
              <a:rPr sz="1425" b="1">
                <a:solidFill>
                  <a:srgbClr val="D9D9D9"/>
                </a:solidFill>
                <a:latin typeface="Poppins"/>
                <a:ea typeface="Poppins"/>
                <a:cs typeface="Poppins"/>
              </a:rPr>
              <a:t>UNCERTAINTY STILL MATTERS</a:t>
            </a:r>
          </a:p>
        </p:txBody>
      </p:sp>
      <p:sp>
        <p:nvSpPr>
          <p:cNvPr id="13" name="">
            <a:extLst xmlns:a="http://schemas.openxmlformats.org/drawingml/2006/main">
              <a:ext uri="{FF2B5EF4-FFF2-40B4-BE49-F238E27FC236}">
                <a16:creationId xmlns:a16="http://schemas.microsoft.com/office/drawing/2014/main" id="{29BE3562-FDAC-48D5-908B-9A8AFCEF0DEE}"/>
              </a:ext>
            </a:extLst>
          </p:cNvPr>
          <p:cNvSpPr>
            <a:spLocks xmlns:a="http://schemas.openxmlformats.org/drawingml/2006/main" noGrp="1"/>
          </p:cNvSpPr>
          <p:nvPr/>
        </p:nvSpPr>
        <p:spPr>
          <a:xfrm xmlns:a="http://schemas.openxmlformats.org/drawingml/2006/main">
            <a:off x="8124825" y="3752850"/>
            <a:ext cx="333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425" b="1">
                <a:solidFill>
                  <a:srgbClr val="FFDA37"/>
                </a:solidFill>
                <a:latin typeface="Poppins"/>
                <a:ea typeface="Poppins"/>
                <a:cs typeface="Poppins"/>
              </a:defRPr>
            </a:defPPr>
          </a:lstStyle>
          <a:p xmlns:a="http://schemas.openxmlformats.org/drawingml/2006/main">
            <a:pPr>
              <a:defRPr sz="4425" b="1">
                <a:solidFill>
                  <a:srgbClr val="FFDA37"/>
                </a:solidFill>
                <a:latin typeface="Poppins"/>
                <a:ea typeface="Poppins"/>
                <a:cs typeface="Poppins"/>
              </a:defRPr>
            </a:pPr>
            <a:r>
              <a:rPr sz="4425" b="1">
                <a:solidFill>
                  <a:srgbClr val="FFDA37"/>
                </a:solidFill>
                <a:latin typeface="Poppins"/>
                <a:ea typeface="Poppins"/>
                <a:cs typeface="Poppins"/>
              </a:rPr>
              <a:t>1,000</a:t>
            </a:r>
          </a:p>
        </p:txBody>
      </p:sp>
      <p:sp>
        <p:nvSpPr>
          <p:cNvPr id="14" name="">
            <a:extLst xmlns:a="http://schemas.openxmlformats.org/drawingml/2006/main">
              <a:ext uri="{FF2B5EF4-FFF2-40B4-BE49-F238E27FC236}">
                <a16:creationId xmlns:a16="http://schemas.microsoft.com/office/drawing/2014/main" id="{F7CBC23A-44A5-483A-A7BD-5A6942A7057A}"/>
              </a:ext>
            </a:extLst>
          </p:cNvPr>
          <p:cNvSpPr>
            <a:spLocks xmlns:a="http://schemas.openxmlformats.org/drawingml/2006/main" noGrp="1"/>
          </p:cNvSpPr>
          <p:nvPr/>
        </p:nvSpPr>
        <p:spPr>
          <a:xfrm xmlns:a="http://schemas.openxmlformats.org/drawingml/2006/main">
            <a:off x="8172450" y="451485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Poppins"/>
                <a:ea typeface="Poppins"/>
                <a:cs typeface="Poppins"/>
              </a:defRPr>
            </a:defPPr>
          </a:lstStyle>
          <a:p xmlns:a="http://schemas.openxmlformats.org/drawingml/2006/main">
            <a:pPr>
              <a:defRPr sz="1500" b="0">
                <a:solidFill>
                  <a:srgbClr val="D9D9D9"/>
                </a:solidFill>
                <a:latin typeface="Poppins"/>
                <a:ea typeface="Poppins"/>
                <a:cs typeface="Poppins"/>
              </a:defRPr>
            </a:pPr>
            <a:r>
              <a:rPr sz="1500" b="0">
                <a:solidFill>
                  <a:srgbClr val="D9D9D9"/>
                </a:solidFill>
                <a:latin typeface="Poppins"/>
                <a:ea typeface="Poppins"/>
                <a:cs typeface="Poppins"/>
              </a:rPr>
              <a:t>resampled versions of the returns</a:t>
            </a:r>
          </a:p>
          <a:p xmlns:a="http://schemas.openxmlformats.org/drawingml/2006/main">
            <a:pPr>
              <a:defRPr sz="1500" b="0">
                <a:solidFill>
                  <a:srgbClr val="D9D9D9"/>
                </a:solidFill>
                <a:latin typeface="Poppins"/>
                <a:ea typeface="Poppins"/>
                <a:cs typeface="Poppins"/>
              </a:defRPr>
            </a:pPr>
            <a:r>
              <a:rPr sz="1500" b="0">
                <a:solidFill>
                  <a:srgbClr val="D9D9D9"/>
                </a:solidFill>
                <a:latin typeface="Poppins"/>
                <a:ea typeface="Poppins"/>
                <a:cs typeface="Poppins"/>
              </a:rPr>
              <a:t>estimate a 95% uncertainty range.</a:t>
            </a:r>
          </a:p>
        </p:txBody>
      </p:sp>
      <p:sp>
        <p:nvSpPr>
          <p:cNvPr id="15" name="">
            <a:extLst xmlns:a="http://schemas.openxmlformats.org/drawingml/2006/main">
              <a:ext uri="{FF2B5EF4-FFF2-40B4-BE49-F238E27FC236}">
                <a16:creationId xmlns:a16="http://schemas.microsoft.com/office/drawing/2014/main" id="{3A72717A-2BFC-4DF8-BA81-2629DA535525}"/>
              </a:ext>
            </a:extLst>
          </p:cNvPr>
          <p:cNvSpPr>
            <a:spLocks xmlns:a="http://schemas.openxmlformats.org/drawingml/2006/main" noGrp="1"/>
          </p:cNvSpPr>
          <p:nvPr/>
        </p:nvSpPr>
        <p:spPr>
          <a:xfrm xmlns:a="http://schemas.openxmlformats.org/drawingml/2006/main">
            <a:off x="8172450" y="5400675"/>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D9D9D9"/>
                </a:solidFill>
                <a:latin typeface="Poppins"/>
                <a:ea typeface="Poppins"/>
                <a:cs typeface="Poppins"/>
              </a:defRPr>
            </a:defPPr>
          </a:lstStyle>
          <a:p xmlns:a="http://schemas.openxmlformats.org/drawingml/2006/main">
            <a:pPr>
              <a:defRPr sz="1725" b="1">
                <a:solidFill>
                  <a:srgbClr val="D9D9D9"/>
                </a:solidFill>
                <a:latin typeface="Poppins"/>
                <a:ea typeface="Poppins"/>
                <a:cs typeface="Poppins"/>
              </a:defRPr>
            </a:pPr>
            <a:r>
              <a:rPr sz="1725" b="1">
                <a:solidFill>
                  <a:srgbClr val="D9D9D9"/>
                </a:solidFill>
                <a:latin typeface="Poppins"/>
                <a:ea typeface="Poppins"/>
                <a:cs typeface="Poppins"/>
              </a:rPr>
              <a:t>The apparent lead does not</a:t>
            </a:r>
          </a:p>
          <a:p xmlns:a="http://schemas.openxmlformats.org/drawingml/2006/main">
            <a:pPr>
              <a:defRPr sz="1725" b="1">
                <a:solidFill>
                  <a:srgbClr val="D9D9D9"/>
                </a:solidFill>
                <a:latin typeface="Poppins"/>
                <a:ea typeface="Poppins"/>
                <a:cs typeface="Poppins"/>
              </a:defRPr>
            </a:pPr>
            <a:r>
              <a:rPr sz="1725" b="1">
                <a:solidFill>
                  <a:srgbClr val="D9D9D9"/>
                </a:solidFill>
                <a:latin typeface="Poppins"/>
                <a:ea typeface="Poppins"/>
                <a:cs typeface="Poppins"/>
              </a:rPr>
              <a:t>establish a reliable advantage.</a:t>
            </a:r>
          </a:p>
        </p:txBody>
      </p:sp>
      <p:sp>
        <p:nvSpPr>
          <p:cNvPr id="16" name="">
            <a:extLst xmlns:a="http://schemas.openxmlformats.org/drawingml/2006/main">
              <a:ext uri="{FF2B5EF4-FFF2-40B4-BE49-F238E27FC236}">
                <a16:creationId xmlns:a16="http://schemas.microsoft.com/office/drawing/2014/main" id="{8FAB7C97-97A4-40A8-B7AB-44EC0B47BA5F}"/>
              </a:ext>
            </a:extLst>
          </p:cNvPr>
          <p:cNvSpPr>
            <a:spLocks xmlns:a="http://schemas.openxmlformats.org/drawingml/2006/main" noGrp="1"/>
          </p:cNvSpPr>
          <p:nvPr/>
        </p:nvSpPr>
        <p:spPr>
          <a:xfrm xmlns:a="http://schemas.openxmlformats.org/drawingml/2006/main">
            <a:off x="685800" y="645795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Poppins"/>
                <a:ea typeface="Poppins"/>
                <a:cs typeface="Poppins"/>
              </a:defRPr>
            </a:defPPr>
          </a:lstStyle>
          <a:p xmlns:a="http://schemas.openxmlformats.org/drawingml/2006/main">
            <a:pPr>
              <a:defRPr sz="1200" b="0">
                <a:solidFill>
                  <a:srgbClr val="AAAAA5"/>
                </a:solidFill>
                <a:latin typeface="Poppins"/>
                <a:ea typeface="Poppins"/>
                <a:cs typeface="Poppins"/>
              </a:defRPr>
            </a:pPr>
            <a:r>
              <a:rPr sz="1200" b="0">
                <a:solidFill>
                  <a:srgbClr val="AAAAA5"/>
                </a:solidFill>
                <a:latin typeface="Poppins"/>
                <a:ea typeface="Poppins"/>
                <a:cs typeface="Poppins"/>
              </a:rPr>
              <a:t>We reset each annual account and omit boundary gaps. This curve does not represent one continuous live account.</a:t>
            </a:r>
          </a:p>
        </p:txBody>
      </p:sp>
    </p:spTree>
    <p:extLst>
      <p:ext uri="{BB962C8B-B14F-4D97-AF65-F5344CB8AC3E}">
        <p14:creationId xmlns:p14="http://schemas.microsoft.com/office/powerpoint/2010/main" val="1544205249"/>
      </p:ext>
    </p:extLst>
  </p:cSld>
</p:sld>
</file>

<file path=ppt/theme/theme1.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Poppins"/>
        <a:ea typeface=""/>
        <a:cs typeface=""/>
      </a:majorFont>
      <a:minorFont>
        <a:latin typeface="Poppins"/>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2026-10-10T16:08:39.7360000Z</dcterms:created>
  <dcterms:modified xsi:type="dcterms:W3CDTF">2026-10-10T16:08:39.7360000Z</dcterms:modified>
</coreProperties>
</file>